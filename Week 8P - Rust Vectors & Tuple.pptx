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6.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7.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8.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4.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15.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16.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60" r:id="rId1"/>
  </p:sldMasterIdLst>
  <p:notesMasterIdLst>
    <p:notesMasterId r:id="rId23"/>
  </p:notesMasterIdLst>
  <p:sldIdLst>
    <p:sldId id="256" r:id="rId2"/>
    <p:sldId id="336" r:id="rId3"/>
    <p:sldId id="360" r:id="rId4"/>
    <p:sldId id="361" r:id="rId5"/>
    <p:sldId id="375" r:id="rId6"/>
    <p:sldId id="362" r:id="rId7"/>
    <p:sldId id="376" r:id="rId8"/>
    <p:sldId id="377" r:id="rId9"/>
    <p:sldId id="378" r:id="rId10"/>
    <p:sldId id="387" r:id="rId11"/>
    <p:sldId id="379" r:id="rId12"/>
    <p:sldId id="380" r:id="rId13"/>
    <p:sldId id="381" r:id="rId14"/>
    <p:sldId id="382" r:id="rId15"/>
    <p:sldId id="383" r:id="rId16"/>
    <p:sldId id="384" r:id="rId17"/>
    <p:sldId id="385" r:id="rId18"/>
    <p:sldId id="386" r:id="rId19"/>
    <p:sldId id="305" r:id="rId20"/>
    <p:sldId id="366" r:id="rId21"/>
    <p:sldId id="367" r:id="rId22"/>
  </p:sldIdLst>
  <p:sldSz cx="9144000" cy="6858000" type="screen4x3"/>
  <p:notesSz cx="7315200" cy="96012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FFFFFF"/>
    <a:srgbClr val="003300"/>
    <a:srgbClr val="00206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71" autoAdjust="0"/>
    <p:restoredTop sz="93981" autoAdjust="0"/>
  </p:normalViewPr>
  <p:slideViewPr>
    <p:cSldViewPr snapToGrid="0">
      <p:cViewPr varScale="1">
        <p:scale>
          <a:sx n="82" d="100"/>
          <a:sy n="82" d="100"/>
        </p:scale>
        <p:origin x="1502" y="53"/>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B71EEBF-8B78-459D-A605-E714EB1B777E}"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US"/>
        </a:p>
      </dgm:t>
    </dgm:pt>
    <dgm:pt modelId="{3570C419-E875-4A30-AA9C-174F09B913BE}">
      <dgm:prSet phldrT="[Text]" custT="1"/>
      <dgm:spPr/>
      <dgm:t>
        <a:bodyPr/>
        <a:lstStyle/>
        <a:p>
          <a:r>
            <a:rPr lang="en-US" sz="2000" b="0" i="0"/>
            <a:t>A vector is a container that stores the values like an array, but it has more advantages than an array data structure. </a:t>
          </a:r>
          <a:endParaRPr lang="en-US" sz="2000" dirty="0"/>
        </a:p>
      </dgm:t>
    </dgm:pt>
    <dgm:pt modelId="{43ABC761-335D-47E1-BC66-EC6B3ECE5040}" type="parTrans" cxnId="{B9444009-4A02-40DF-8833-0D4F7EBC204B}">
      <dgm:prSet/>
      <dgm:spPr/>
      <dgm:t>
        <a:bodyPr/>
        <a:lstStyle/>
        <a:p>
          <a:endParaRPr lang="en-US" sz="2000"/>
        </a:p>
      </dgm:t>
    </dgm:pt>
    <dgm:pt modelId="{E7E7207C-4992-482B-A16E-EB1DCB7EC2D8}" type="sibTrans" cxnId="{B9444009-4A02-40DF-8833-0D4F7EBC204B}">
      <dgm:prSet/>
      <dgm:spPr/>
      <dgm:t>
        <a:bodyPr/>
        <a:lstStyle/>
        <a:p>
          <a:endParaRPr lang="en-US" sz="2000"/>
        </a:p>
      </dgm:t>
    </dgm:pt>
    <dgm:pt modelId="{A1F37C77-DB2D-44D5-8D00-703850FAC6A3}">
      <dgm:prSet custT="1"/>
      <dgm:spPr/>
      <dgm:t>
        <a:bodyPr/>
        <a:lstStyle/>
        <a:p>
          <a:r>
            <a:rPr lang="en-US" sz="2000" b="0" i="0" dirty="0"/>
            <a:t>It can increase in size dynamically during runtime. </a:t>
          </a:r>
        </a:p>
      </dgm:t>
    </dgm:pt>
    <dgm:pt modelId="{4EC457AE-26FD-4247-9ACA-6546AEEE8F68}" type="parTrans" cxnId="{FDCFAD86-3A34-48CD-966D-CFF27B95A4E1}">
      <dgm:prSet/>
      <dgm:spPr/>
      <dgm:t>
        <a:bodyPr/>
        <a:lstStyle/>
        <a:p>
          <a:endParaRPr lang="en-US" sz="2000"/>
        </a:p>
      </dgm:t>
    </dgm:pt>
    <dgm:pt modelId="{DC843555-DED2-4D9B-B3CF-AEFFE34D0C55}" type="sibTrans" cxnId="{FDCFAD86-3A34-48CD-966D-CFF27B95A4E1}">
      <dgm:prSet/>
      <dgm:spPr/>
      <dgm:t>
        <a:bodyPr/>
        <a:lstStyle/>
        <a:p>
          <a:endParaRPr lang="en-US" sz="2000"/>
        </a:p>
      </dgm:t>
    </dgm:pt>
    <dgm:pt modelId="{78535664-817E-4D2A-B9BB-B457A4F5DBFC}">
      <dgm:prSet custT="1"/>
      <dgm:spPr/>
      <dgm:t>
        <a:bodyPr/>
        <a:lstStyle/>
        <a:p>
          <a:r>
            <a:rPr lang="en-US" sz="2000" b="0" i="0" dirty="0"/>
            <a:t>It is provided by the standard library that can store the value of any data type. </a:t>
          </a:r>
        </a:p>
      </dgm:t>
    </dgm:pt>
    <dgm:pt modelId="{234ABFF0-CD8E-4825-90C5-F1BF63FBAA10}" type="parTrans" cxnId="{E4A4D82F-F919-47A0-A96B-D8FA4A6EA0E9}">
      <dgm:prSet/>
      <dgm:spPr/>
      <dgm:t>
        <a:bodyPr/>
        <a:lstStyle/>
        <a:p>
          <a:endParaRPr lang="en-US" sz="2000"/>
        </a:p>
      </dgm:t>
    </dgm:pt>
    <dgm:pt modelId="{C4B721F6-88B1-4F5B-9334-252D71359C7A}" type="sibTrans" cxnId="{E4A4D82F-F919-47A0-A96B-D8FA4A6EA0E9}">
      <dgm:prSet/>
      <dgm:spPr/>
      <dgm:t>
        <a:bodyPr/>
        <a:lstStyle/>
        <a:p>
          <a:endParaRPr lang="en-US" sz="2000"/>
        </a:p>
      </dgm:t>
    </dgm:pt>
    <dgm:pt modelId="{016C2372-1D16-4DE7-B446-7C5DDAC4108C}">
      <dgm:prSet custT="1"/>
      <dgm:spPr/>
      <dgm:t>
        <a:bodyPr/>
        <a:lstStyle/>
        <a:p>
          <a:r>
            <a:rPr lang="en-US" sz="2000" b="0" i="0" dirty="0"/>
            <a:t>Its length defines the number of elements present in the vector. </a:t>
          </a:r>
        </a:p>
      </dgm:t>
    </dgm:pt>
    <dgm:pt modelId="{495C8611-FA57-4597-A31D-4A82362DF39A}" type="parTrans" cxnId="{1EF2A5C8-89A7-4F88-A143-4EE5721D0403}">
      <dgm:prSet/>
      <dgm:spPr/>
      <dgm:t>
        <a:bodyPr/>
        <a:lstStyle/>
        <a:p>
          <a:endParaRPr lang="en-US" sz="2000"/>
        </a:p>
      </dgm:t>
    </dgm:pt>
    <dgm:pt modelId="{C508AB29-147F-42F3-81F9-83019EB36F8F}" type="sibTrans" cxnId="{1EF2A5C8-89A7-4F88-A143-4EE5721D0403}">
      <dgm:prSet/>
      <dgm:spPr/>
      <dgm:t>
        <a:bodyPr/>
        <a:lstStyle/>
        <a:p>
          <a:endParaRPr lang="en-US" sz="2000"/>
        </a:p>
      </dgm:t>
    </dgm:pt>
    <dgm:pt modelId="{54D23DA3-B387-4C89-B6D4-F3D91D166BCD}">
      <dgm:prSet custT="1"/>
      <dgm:spPr/>
      <dgm:t>
        <a:bodyPr/>
        <a:lstStyle/>
        <a:p>
          <a:r>
            <a:rPr lang="en-US" sz="2000" b="0" i="0" dirty="0"/>
            <a:t>Its capacity defines the actual allocated space on the heap of this vector.</a:t>
          </a:r>
        </a:p>
      </dgm:t>
    </dgm:pt>
    <dgm:pt modelId="{F85AB4E6-4DE4-4F4F-ACB7-CDDEF51FA30C}" type="parTrans" cxnId="{45B0F1C4-9061-42C4-8288-FA65AFB0AEB0}">
      <dgm:prSet/>
      <dgm:spPr/>
      <dgm:t>
        <a:bodyPr/>
        <a:lstStyle/>
        <a:p>
          <a:endParaRPr lang="en-US" sz="2000"/>
        </a:p>
      </dgm:t>
    </dgm:pt>
    <dgm:pt modelId="{71459066-E0FF-48FC-8744-F9BF6287951C}" type="sibTrans" cxnId="{45B0F1C4-9061-42C4-8288-FA65AFB0AEB0}">
      <dgm:prSet/>
      <dgm:spPr/>
      <dgm:t>
        <a:bodyPr/>
        <a:lstStyle/>
        <a:p>
          <a:endParaRPr lang="en-US" sz="2000"/>
        </a:p>
      </dgm:t>
    </dgm:pt>
    <dgm:pt modelId="{959EE326-90AC-427A-A7C5-F034BC3E552E}" type="pres">
      <dgm:prSet presAssocID="{BB71EEBF-8B78-459D-A605-E714EB1B777E}" presName="diagram" presStyleCnt="0">
        <dgm:presLayoutVars>
          <dgm:dir/>
          <dgm:resizeHandles val="exact"/>
        </dgm:presLayoutVars>
      </dgm:prSet>
      <dgm:spPr/>
    </dgm:pt>
    <dgm:pt modelId="{F072ACEB-6886-4C19-A8F0-50A4A0304CA2}" type="pres">
      <dgm:prSet presAssocID="{3570C419-E875-4A30-AA9C-174F09B913BE}" presName="node" presStyleLbl="node1" presStyleIdx="0" presStyleCnt="5" custScaleY="126583">
        <dgm:presLayoutVars>
          <dgm:bulletEnabled val="1"/>
        </dgm:presLayoutVars>
      </dgm:prSet>
      <dgm:spPr/>
    </dgm:pt>
    <dgm:pt modelId="{1E5E6449-2A87-400D-873B-699CA919DFCF}" type="pres">
      <dgm:prSet presAssocID="{E7E7207C-4992-482B-A16E-EB1DCB7EC2D8}" presName="sibTrans" presStyleCnt="0"/>
      <dgm:spPr/>
    </dgm:pt>
    <dgm:pt modelId="{99447F39-7317-4202-A9CB-C725A4CBA159}" type="pres">
      <dgm:prSet presAssocID="{A1F37C77-DB2D-44D5-8D00-703850FAC6A3}" presName="node" presStyleLbl="node1" presStyleIdx="1" presStyleCnt="5" custScaleY="126583">
        <dgm:presLayoutVars>
          <dgm:bulletEnabled val="1"/>
        </dgm:presLayoutVars>
      </dgm:prSet>
      <dgm:spPr/>
    </dgm:pt>
    <dgm:pt modelId="{B30055D2-DA39-4A3D-984D-E28FF70BF761}" type="pres">
      <dgm:prSet presAssocID="{DC843555-DED2-4D9B-B3CF-AEFFE34D0C55}" presName="sibTrans" presStyleCnt="0"/>
      <dgm:spPr/>
    </dgm:pt>
    <dgm:pt modelId="{16571029-A8DC-4DE4-ADDC-6C5C832B7797}" type="pres">
      <dgm:prSet presAssocID="{78535664-817E-4D2A-B9BB-B457A4F5DBFC}" presName="node" presStyleLbl="node1" presStyleIdx="2" presStyleCnt="5" custScaleY="126583">
        <dgm:presLayoutVars>
          <dgm:bulletEnabled val="1"/>
        </dgm:presLayoutVars>
      </dgm:prSet>
      <dgm:spPr/>
    </dgm:pt>
    <dgm:pt modelId="{F02D6420-3C13-422B-81B9-611C6022F1BE}" type="pres">
      <dgm:prSet presAssocID="{C4B721F6-88B1-4F5B-9334-252D71359C7A}" presName="sibTrans" presStyleCnt="0"/>
      <dgm:spPr/>
    </dgm:pt>
    <dgm:pt modelId="{EBDED88D-EF8A-4CA5-BD65-7120A4718FFB}" type="pres">
      <dgm:prSet presAssocID="{016C2372-1D16-4DE7-B446-7C5DDAC4108C}" presName="node" presStyleLbl="node1" presStyleIdx="3" presStyleCnt="5">
        <dgm:presLayoutVars>
          <dgm:bulletEnabled val="1"/>
        </dgm:presLayoutVars>
      </dgm:prSet>
      <dgm:spPr/>
    </dgm:pt>
    <dgm:pt modelId="{015A2905-7ED2-4505-9C94-4525FE165FDA}" type="pres">
      <dgm:prSet presAssocID="{C508AB29-147F-42F3-81F9-83019EB36F8F}" presName="sibTrans" presStyleCnt="0"/>
      <dgm:spPr/>
    </dgm:pt>
    <dgm:pt modelId="{6143DCC6-577B-45D5-8FAB-915DC9A0EEE1}" type="pres">
      <dgm:prSet presAssocID="{54D23DA3-B387-4C89-B6D4-F3D91D166BCD}" presName="node" presStyleLbl="node1" presStyleIdx="4" presStyleCnt="5">
        <dgm:presLayoutVars>
          <dgm:bulletEnabled val="1"/>
        </dgm:presLayoutVars>
      </dgm:prSet>
      <dgm:spPr/>
    </dgm:pt>
  </dgm:ptLst>
  <dgm:cxnLst>
    <dgm:cxn modelId="{78CA4605-DAE0-4CE3-A44C-EB8F89A418DF}" type="presOf" srcId="{016C2372-1D16-4DE7-B446-7C5DDAC4108C}" destId="{EBDED88D-EF8A-4CA5-BD65-7120A4718FFB}" srcOrd="0" destOrd="0" presId="urn:microsoft.com/office/officeart/2005/8/layout/default"/>
    <dgm:cxn modelId="{B9444009-4A02-40DF-8833-0D4F7EBC204B}" srcId="{BB71EEBF-8B78-459D-A605-E714EB1B777E}" destId="{3570C419-E875-4A30-AA9C-174F09B913BE}" srcOrd="0" destOrd="0" parTransId="{43ABC761-335D-47E1-BC66-EC6B3ECE5040}" sibTransId="{E7E7207C-4992-482B-A16E-EB1DCB7EC2D8}"/>
    <dgm:cxn modelId="{FDD9491A-1BA4-4480-95D5-4B0D1B853872}" type="presOf" srcId="{BB71EEBF-8B78-459D-A605-E714EB1B777E}" destId="{959EE326-90AC-427A-A7C5-F034BC3E552E}" srcOrd="0" destOrd="0" presId="urn:microsoft.com/office/officeart/2005/8/layout/default"/>
    <dgm:cxn modelId="{E4A4D82F-F919-47A0-A96B-D8FA4A6EA0E9}" srcId="{BB71EEBF-8B78-459D-A605-E714EB1B777E}" destId="{78535664-817E-4D2A-B9BB-B457A4F5DBFC}" srcOrd="2" destOrd="0" parTransId="{234ABFF0-CD8E-4825-90C5-F1BF63FBAA10}" sibTransId="{C4B721F6-88B1-4F5B-9334-252D71359C7A}"/>
    <dgm:cxn modelId="{7022EE5C-9EF5-4384-9AAF-B3724D4A3821}" type="presOf" srcId="{78535664-817E-4D2A-B9BB-B457A4F5DBFC}" destId="{16571029-A8DC-4DE4-ADDC-6C5C832B7797}" srcOrd="0" destOrd="0" presId="urn:microsoft.com/office/officeart/2005/8/layout/default"/>
    <dgm:cxn modelId="{932D6070-398D-4372-ABC6-CDE0D2893706}" type="presOf" srcId="{A1F37C77-DB2D-44D5-8D00-703850FAC6A3}" destId="{99447F39-7317-4202-A9CB-C725A4CBA159}" srcOrd="0" destOrd="0" presId="urn:microsoft.com/office/officeart/2005/8/layout/default"/>
    <dgm:cxn modelId="{FDCFAD86-3A34-48CD-966D-CFF27B95A4E1}" srcId="{BB71EEBF-8B78-459D-A605-E714EB1B777E}" destId="{A1F37C77-DB2D-44D5-8D00-703850FAC6A3}" srcOrd="1" destOrd="0" parTransId="{4EC457AE-26FD-4247-9ACA-6546AEEE8F68}" sibTransId="{DC843555-DED2-4D9B-B3CF-AEFFE34D0C55}"/>
    <dgm:cxn modelId="{6CEFEA98-F497-4865-AC6A-70451295E024}" type="presOf" srcId="{54D23DA3-B387-4C89-B6D4-F3D91D166BCD}" destId="{6143DCC6-577B-45D5-8FAB-915DC9A0EEE1}" srcOrd="0" destOrd="0" presId="urn:microsoft.com/office/officeart/2005/8/layout/default"/>
    <dgm:cxn modelId="{178BB39D-8FFE-4CBF-8830-E4EDDFBA6FD7}" type="presOf" srcId="{3570C419-E875-4A30-AA9C-174F09B913BE}" destId="{F072ACEB-6886-4C19-A8F0-50A4A0304CA2}" srcOrd="0" destOrd="0" presId="urn:microsoft.com/office/officeart/2005/8/layout/default"/>
    <dgm:cxn modelId="{45B0F1C4-9061-42C4-8288-FA65AFB0AEB0}" srcId="{BB71EEBF-8B78-459D-A605-E714EB1B777E}" destId="{54D23DA3-B387-4C89-B6D4-F3D91D166BCD}" srcOrd="4" destOrd="0" parTransId="{F85AB4E6-4DE4-4F4F-ACB7-CDDEF51FA30C}" sibTransId="{71459066-E0FF-48FC-8744-F9BF6287951C}"/>
    <dgm:cxn modelId="{1EF2A5C8-89A7-4F88-A143-4EE5721D0403}" srcId="{BB71EEBF-8B78-459D-A605-E714EB1B777E}" destId="{016C2372-1D16-4DE7-B446-7C5DDAC4108C}" srcOrd="3" destOrd="0" parTransId="{495C8611-FA57-4597-A31D-4A82362DF39A}" sibTransId="{C508AB29-147F-42F3-81F9-83019EB36F8F}"/>
    <dgm:cxn modelId="{9AE894EE-48BF-4142-A72F-21A51FE35C81}" type="presParOf" srcId="{959EE326-90AC-427A-A7C5-F034BC3E552E}" destId="{F072ACEB-6886-4C19-A8F0-50A4A0304CA2}" srcOrd="0" destOrd="0" presId="urn:microsoft.com/office/officeart/2005/8/layout/default"/>
    <dgm:cxn modelId="{A5813B35-D4B7-41D2-8370-4E3F732BAE51}" type="presParOf" srcId="{959EE326-90AC-427A-A7C5-F034BC3E552E}" destId="{1E5E6449-2A87-400D-873B-699CA919DFCF}" srcOrd="1" destOrd="0" presId="urn:microsoft.com/office/officeart/2005/8/layout/default"/>
    <dgm:cxn modelId="{F7BC2BC2-2E72-4395-8D45-789F99277B74}" type="presParOf" srcId="{959EE326-90AC-427A-A7C5-F034BC3E552E}" destId="{99447F39-7317-4202-A9CB-C725A4CBA159}" srcOrd="2" destOrd="0" presId="urn:microsoft.com/office/officeart/2005/8/layout/default"/>
    <dgm:cxn modelId="{EFCDDBF2-3815-4A70-AC21-5689BBDE876D}" type="presParOf" srcId="{959EE326-90AC-427A-A7C5-F034BC3E552E}" destId="{B30055D2-DA39-4A3D-984D-E28FF70BF761}" srcOrd="3" destOrd="0" presId="urn:microsoft.com/office/officeart/2005/8/layout/default"/>
    <dgm:cxn modelId="{47780095-0729-4CCB-BD4C-A610FAC0F327}" type="presParOf" srcId="{959EE326-90AC-427A-A7C5-F034BC3E552E}" destId="{16571029-A8DC-4DE4-ADDC-6C5C832B7797}" srcOrd="4" destOrd="0" presId="urn:microsoft.com/office/officeart/2005/8/layout/default"/>
    <dgm:cxn modelId="{0D017CF5-D8B5-4C87-8BF3-8796BA7C6B5C}" type="presParOf" srcId="{959EE326-90AC-427A-A7C5-F034BC3E552E}" destId="{F02D6420-3C13-422B-81B9-611C6022F1BE}" srcOrd="5" destOrd="0" presId="urn:microsoft.com/office/officeart/2005/8/layout/default"/>
    <dgm:cxn modelId="{40983790-EA1E-4325-B703-C00B3A51841E}" type="presParOf" srcId="{959EE326-90AC-427A-A7C5-F034BC3E552E}" destId="{EBDED88D-EF8A-4CA5-BD65-7120A4718FFB}" srcOrd="6" destOrd="0" presId="urn:microsoft.com/office/officeart/2005/8/layout/default"/>
    <dgm:cxn modelId="{F1280C20-F386-497C-BA37-DF09D4A9945C}" type="presParOf" srcId="{959EE326-90AC-427A-A7C5-F034BC3E552E}" destId="{015A2905-7ED2-4505-9C94-4525FE165FDA}" srcOrd="7" destOrd="0" presId="urn:microsoft.com/office/officeart/2005/8/layout/default"/>
    <dgm:cxn modelId="{2046D1B3-7111-4FF9-9642-50F262A03ACA}" type="presParOf" srcId="{959EE326-90AC-427A-A7C5-F034BC3E552E}" destId="{6143DCC6-577B-45D5-8FAB-915DC9A0EEE1}" srcOrd="8"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B71EEBF-8B78-459D-A605-E714EB1B777E}" type="doc">
      <dgm:prSet loTypeId="urn:microsoft.com/office/officeart/2005/8/layout/pyramid2" loCatId="list" qsTypeId="urn:microsoft.com/office/officeart/2005/8/quickstyle/simple1" qsCatId="simple" csTypeId="urn:microsoft.com/office/officeart/2005/8/colors/accent1_2" csCatId="accent1" phldr="1"/>
      <dgm:spPr/>
      <dgm:t>
        <a:bodyPr/>
        <a:lstStyle/>
        <a:p>
          <a:endParaRPr lang="en-US"/>
        </a:p>
      </dgm:t>
    </dgm:pt>
    <dgm:pt modelId="{3570C419-E875-4A30-AA9C-174F09B913BE}">
      <dgm:prSet phldrT="[Text]" custT="1"/>
      <dgm:spPr/>
      <dgm:t>
        <a:bodyPr/>
        <a:lstStyle/>
        <a:p>
          <a:r>
            <a:rPr lang="en-US" sz="2800" b="1" i="0" dirty="0"/>
            <a:t>Using </a:t>
          </a:r>
          <a:r>
            <a:rPr lang="en-US" sz="2800" b="1" i="0" dirty="0" err="1"/>
            <a:t>Vec</a:t>
          </a:r>
          <a:r>
            <a:rPr lang="en-US" sz="2800" b="1" i="0" dirty="0"/>
            <a:t>::new() Method</a:t>
          </a:r>
          <a:endParaRPr lang="en-US" sz="2800" dirty="0"/>
        </a:p>
      </dgm:t>
    </dgm:pt>
    <dgm:pt modelId="{E7E7207C-4992-482B-A16E-EB1DCB7EC2D8}" type="sibTrans" cxnId="{B9444009-4A02-40DF-8833-0D4F7EBC204B}">
      <dgm:prSet/>
      <dgm:spPr/>
      <dgm:t>
        <a:bodyPr/>
        <a:lstStyle/>
        <a:p>
          <a:endParaRPr lang="en-US"/>
        </a:p>
      </dgm:t>
    </dgm:pt>
    <dgm:pt modelId="{43ABC761-335D-47E1-BC66-EC6B3ECE5040}" type="parTrans" cxnId="{B9444009-4A02-40DF-8833-0D4F7EBC204B}">
      <dgm:prSet/>
      <dgm:spPr/>
      <dgm:t>
        <a:bodyPr/>
        <a:lstStyle/>
        <a:p>
          <a:endParaRPr lang="en-US"/>
        </a:p>
      </dgm:t>
    </dgm:pt>
    <dgm:pt modelId="{F6DB930D-7A0B-4BA1-9485-3F20C7F5E348}">
      <dgm:prSet phldrT="[Text]" custT="1"/>
      <dgm:spPr/>
      <dgm:t>
        <a:bodyPr/>
        <a:lstStyle/>
        <a:p>
          <a:r>
            <a:rPr lang="en-US" sz="2800" b="1" i="0"/>
            <a:t>Using macro in Rust: </a:t>
          </a:r>
          <a:endParaRPr lang="en-US" sz="2800" dirty="0"/>
        </a:p>
      </dgm:t>
    </dgm:pt>
    <dgm:pt modelId="{45138645-8109-4B2A-99C7-907C5A6F79C1}" type="parTrans" cxnId="{5B19442A-E06D-4456-B46F-2F41A8280AD4}">
      <dgm:prSet/>
      <dgm:spPr/>
      <dgm:t>
        <a:bodyPr/>
        <a:lstStyle/>
        <a:p>
          <a:endParaRPr lang="en-US"/>
        </a:p>
      </dgm:t>
    </dgm:pt>
    <dgm:pt modelId="{DCF18B1B-23CF-4A63-9CBF-10DE3FB6E61D}" type="sibTrans" cxnId="{5B19442A-E06D-4456-B46F-2F41A8280AD4}">
      <dgm:prSet/>
      <dgm:spPr/>
      <dgm:t>
        <a:bodyPr/>
        <a:lstStyle/>
        <a:p>
          <a:endParaRPr lang="en-US"/>
        </a:p>
      </dgm:t>
    </dgm:pt>
    <dgm:pt modelId="{F6334F40-919D-4682-8EF5-E1202500E555}" type="pres">
      <dgm:prSet presAssocID="{BB71EEBF-8B78-459D-A605-E714EB1B777E}" presName="compositeShape" presStyleCnt="0">
        <dgm:presLayoutVars>
          <dgm:dir/>
          <dgm:resizeHandles/>
        </dgm:presLayoutVars>
      </dgm:prSet>
      <dgm:spPr/>
    </dgm:pt>
    <dgm:pt modelId="{9134EC6C-A96F-40A6-A39E-0F399741ABDE}" type="pres">
      <dgm:prSet presAssocID="{BB71EEBF-8B78-459D-A605-E714EB1B777E}" presName="pyramid" presStyleLbl="node1" presStyleIdx="0" presStyleCnt="1"/>
      <dgm:spPr/>
    </dgm:pt>
    <dgm:pt modelId="{3AF09F76-A177-4036-B049-6116EE578162}" type="pres">
      <dgm:prSet presAssocID="{BB71EEBF-8B78-459D-A605-E714EB1B777E}" presName="theList" presStyleCnt="0"/>
      <dgm:spPr/>
    </dgm:pt>
    <dgm:pt modelId="{129DC892-065F-41C3-8012-9A0E68E68CC2}" type="pres">
      <dgm:prSet presAssocID="{3570C419-E875-4A30-AA9C-174F09B913BE}" presName="aNode" presStyleLbl="fgAcc1" presStyleIdx="0" presStyleCnt="2" custScaleX="177198" custLinFactNeighborX="32129" custLinFactNeighborY="71220">
        <dgm:presLayoutVars>
          <dgm:bulletEnabled val="1"/>
        </dgm:presLayoutVars>
      </dgm:prSet>
      <dgm:spPr/>
    </dgm:pt>
    <dgm:pt modelId="{3731FDB2-941D-461B-8CBD-DD7E43726865}" type="pres">
      <dgm:prSet presAssocID="{3570C419-E875-4A30-AA9C-174F09B913BE}" presName="aSpace" presStyleCnt="0"/>
      <dgm:spPr/>
    </dgm:pt>
    <dgm:pt modelId="{33EFB98C-2E23-4BF4-B6F6-FB74FF54B101}" type="pres">
      <dgm:prSet presAssocID="{F6DB930D-7A0B-4BA1-9485-3F20C7F5E348}" presName="aNode" presStyleLbl="fgAcc1" presStyleIdx="1" presStyleCnt="2" custScaleX="177198" custLinFactNeighborX="32129" custLinFactNeighborY="71220">
        <dgm:presLayoutVars>
          <dgm:bulletEnabled val="1"/>
        </dgm:presLayoutVars>
      </dgm:prSet>
      <dgm:spPr/>
    </dgm:pt>
    <dgm:pt modelId="{8C11B6F0-2718-4D5F-84DA-182A3E535F0C}" type="pres">
      <dgm:prSet presAssocID="{F6DB930D-7A0B-4BA1-9485-3F20C7F5E348}" presName="aSpace" presStyleCnt="0"/>
      <dgm:spPr/>
    </dgm:pt>
  </dgm:ptLst>
  <dgm:cxnLst>
    <dgm:cxn modelId="{B9444009-4A02-40DF-8833-0D4F7EBC204B}" srcId="{BB71EEBF-8B78-459D-A605-E714EB1B777E}" destId="{3570C419-E875-4A30-AA9C-174F09B913BE}" srcOrd="0" destOrd="0" parTransId="{43ABC761-335D-47E1-BC66-EC6B3ECE5040}" sibTransId="{E7E7207C-4992-482B-A16E-EB1DCB7EC2D8}"/>
    <dgm:cxn modelId="{9E7C8009-310A-4FD9-9446-88D18DB57701}" type="presOf" srcId="{F6DB930D-7A0B-4BA1-9485-3F20C7F5E348}" destId="{33EFB98C-2E23-4BF4-B6F6-FB74FF54B101}" srcOrd="0" destOrd="0" presId="urn:microsoft.com/office/officeart/2005/8/layout/pyramid2"/>
    <dgm:cxn modelId="{5B19442A-E06D-4456-B46F-2F41A8280AD4}" srcId="{BB71EEBF-8B78-459D-A605-E714EB1B777E}" destId="{F6DB930D-7A0B-4BA1-9485-3F20C7F5E348}" srcOrd="1" destOrd="0" parTransId="{45138645-8109-4B2A-99C7-907C5A6F79C1}" sibTransId="{DCF18B1B-23CF-4A63-9CBF-10DE3FB6E61D}"/>
    <dgm:cxn modelId="{FBA509D7-9076-44A5-AC6A-2C4921AE53B6}" type="presOf" srcId="{3570C419-E875-4A30-AA9C-174F09B913BE}" destId="{129DC892-065F-41C3-8012-9A0E68E68CC2}" srcOrd="0" destOrd="0" presId="urn:microsoft.com/office/officeart/2005/8/layout/pyramid2"/>
    <dgm:cxn modelId="{33709CEE-273D-43DE-8B12-AC23B9D44329}" type="presOf" srcId="{BB71EEBF-8B78-459D-A605-E714EB1B777E}" destId="{F6334F40-919D-4682-8EF5-E1202500E555}" srcOrd="0" destOrd="0" presId="urn:microsoft.com/office/officeart/2005/8/layout/pyramid2"/>
    <dgm:cxn modelId="{D9925BDF-4C00-4527-A3E9-8004844AEF16}" type="presParOf" srcId="{F6334F40-919D-4682-8EF5-E1202500E555}" destId="{9134EC6C-A96F-40A6-A39E-0F399741ABDE}" srcOrd="0" destOrd="0" presId="urn:microsoft.com/office/officeart/2005/8/layout/pyramid2"/>
    <dgm:cxn modelId="{FC21AE16-B111-4BED-9458-C1C886BCD258}" type="presParOf" srcId="{F6334F40-919D-4682-8EF5-E1202500E555}" destId="{3AF09F76-A177-4036-B049-6116EE578162}" srcOrd="1" destOrd="0" presId="urn:microsoft.com/office/officeart/2005/8/layout/pyramid2"/>
    <dgm:cxn modelId="{18E6518C-D597-4B11-A5F7-3C7E29A44329}" type="presParOf" srcId="{3AF09F76-A177-4036-B049-6116EE578162}" destId="{129DC892-065F-41C3-8012-9A0E68E68CC2}" srcOrd="0" destOrd="0" presId="urn:microsoft.com/office/officeart/2005/8/layout/pyramid2"/>
    <dgm:cxn modelId="{BBED9628-5658-4BDD-A070-DFA85635FE09}" type="presParOf" srcId="{3AF09F76-A177-4036-B049-6116EE578162}" destId="{3731FDB2-941D-461B-8CBD-DD7E43726865}" srcOrd="1" destOrd="0" presId="urn:microsoft.com/office/officeart/2005/8/layout/pyramid2"/>
    <dgm:cxn modelId="{5AF6FFFD-7594-43E8-BC3E-67AB9F53C1DF}" type="presParOf" srcId="{3AF09F76-A177-4036-B049-6116EE578162}" destId="{33EFB98C-2E23-4BF4-B6F6-FB74FF54B101}" srcOrd="2" destOrd="0" presId="urn:microsoft.com/office/officeart/2005/8/layout/pyramid2"/>
    <dgm:cxn modelId="{FEDABDF5-1EE3-4BF0-A805-85802B1B60D9}" type="presParOf" srcId="{3AF09F76-A177-4036-B049-6116EE578162}" destId="{8C11B6F0-2718-4D5F-84DA-182A3E535F0C}" srcOrd="3" destOrd="0" presId="urn:microsoft.com/office/officeart/2005/8/layout/pyramid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B71EEBF-8B78-459D-A605-E714EB1B777E}" type="doc">
      <dgm:prSet loTypeId="urn:microsoft.com/office/officeart/2005/8/layout/vList3" loCatId="list" qsTypeId="urn:microsoft.com/office/officeart/2005/8/quickstyle/simple1" qsCatId="simple" csTypeId="urn:microsoft.com/office/officeart/2005/8/colors/accent1_2" csCatId="accent1" phldr="1"/>
      <dgm:spPr/>
      <dgm:t>
        <a:bodyPr/>
        <a:lstStyle/>
        <a:p>
          <a:endParaRPr lang="en-US"/>
        </a:p>
      </dgm:t>
    </dgm:pt>
    <dgm:pt modelId="{3570C419-E875-4A30-AA9C-174F09B913BE}">
      <dgm:prSet phldrT="[Text]" custT="1"/>
      <dgm:spPr/>
      <dgm:t>
        <a:bodyPr/>
        <a:lstStyle/>
        <a:p>
          <a:r>
            <a:rPr lang="en-US" sz="2800" b="0" i="0" dirty="0"/>
            <a:t>Using subscript operator</a:t>
          </a:r>
          <a:endParaRPr lang="en-US" sz="2800" b="0" dirty="0"/>
        </a:p>
      </dgm:t>
    </dgm:pt>
    <dgm:pt modelId="{E7E7207C-4992-482B-A16E-EB1DCB7EC2D8}" type="sibTrans" cxnId="{B9444009-4A02-40DF-8833-0D4F7EBC204B}">
      <dgm:prSet/>
      <dgm:spPr/>
      <dgm:t>
        <a:bodyPr/>
        <a:lstStyle/>
        <a:p>
          <a:endParaRPr lang="en-US" b="0"/>
        </a:p>
      </dgm:t>
    </dgm:pt>
    <dgm:pt modelId="{43ABC761-335D-47E1-BC66-EC6B3ECE5040}" type="parTrans" cxnId="{B9444009-4A02-40DF-8833-0D4F7EBC204B}">
      <dgm:prSet/>
      <dgm:spPr/>
      <dgm:t>
        <a:bodyPr/>
        <a:lstStyle/>
        <a:p>
          <a:endParaRPr lang="en-US" b="0"/>
        </a:p>
      </dgm:t>
    </dgm:pt>
    <dgm:pt modelId="{146203C1-6CB6-49E9-B6F4-2A95E54B1A15}">
      <dgm:prSet phldrT="[Text]" custT="1"/>
      <dgm:spPr/>
      <dgm:t>
        <a:bodyPr/>
        <a:lstStyle/>
        <a:p>
          <a:r>
            <a:rPr lang="en-US" sz="2800" b="0" i="0" dirty="0"/>
            <a:t>Using the get() method</a:t>
          </a:r>
          <a:endParaRPr lang="en-US" sz="2800" b="0" dirty="0"/>
        </a:p>
      </dgm:t>
    </dgm:pt>
    <dgm:pt modelId="{28B765AE-46DE-4DE8-A1B0-8AFDAD414BE3}" type="parTrans" cxnId="{AA458500-2719-4F7C-8D96-5ADA385B8B21}">
      <dgm:prSet/>
      <dgm:spPr/>
      <dgm:t>
        <a:bodyPr/>
        <a:lstStyle/>
        <a:p>
          <a:endParaRPr lang="en-US" b="0"/>
        </a:p>
      </dgm:t>
    </dgm:pt>
    <dgm:pt modelId="{A3A70697-F9A7-4003-9B25-6828214F0FAD}" type="sibTrans" cxnId="{AA458500-2719-4F7C-8D96-5ADA385B8B21}">
      <dgm:prSet/>
      <dgm:spPr/>
      <dgm:t>
        <a:bodyPr/>
        <a:lstStyle/>
        <a:p>
          <a:endParaRPr lang="en-US" b="0"/>
        </a:p>
      </dgm:t>
    </dgm:pt>
    <dgm:pt modelId="{53A4DF17-C0DE-4445-8D5D-64C48A9C4A61}">
      <dgm:prSet phldrT="[Text]" custT="1"/>
      <dgm:spPr/>
      <dgm:t>
        <a:bodyPr/>
        <a:lstStyle/>
        <a:p>
          <a:r>
            <a:rPr lang="en-US" sz="2800" b="0" i="0"/>
            <a:t>Iterating on the vector</a:t>
          </a:r>
          <a:endParaRPr lang="en-US" sz="2800" b="0" dirty="0"/>
        </a:p>
      </dgm:t>
    </dgm:pt>
    <dgm:pt modelId="{45490CC6-87BF-4119-8E3C-7E7170742DF4}" type="parTrans" cxnId="{A9738F18-BF77-42B2-BFE7-6B3DC03969D8}">
      <dgm:prSet/>
      <dgm:spPr/>
      <dgm:t>
        <a:bodyPr/>
        <a:lstStyle/>
        <a:p>
          <a:endParaRPr lang="en-US" b="0"/>
        </a:p>
      </dgm:t>
    </dgm:pt>
    <dgm:pt modelId="{B554656B-6ED6-4BE6-A7D6-E69E46410811}" type="sibTrans" cxnId="{A9738F18-BF77-42B2-BFE7-6B3DC03969D8}">
      <dgm:prSet/>
      <dgm:spPr/>
      <dgm:t>
        <a:bodyPr/>
        <a:lstStyle/>
        <a:p>
          <a:endParaRPr lang="en-US" b="0"/>
        </a:p>
      </dgm:t>
    </dgm:pt>
    <dgm:pt modelId="{E7A77083-97CB-4FE4-8DBF-BFFCC8FC66B3}" type="pres">
      <dgm:prSet presAssocID="{BB71EEBF-8B78-459D-A605-E714EB1B777E}" presName="linearFlow" presStyleCnt="0">
        <dgm:presLayoutVars>
          <dgm:dir/>
          <dgm:resizeHandles val="exact"/>
        </dgm:presLayoutVars>
      </dgm:prSet>
      <dgm:spPr/>
    </dgm:pt>
    <dgm:pt modelId="{D9A3CECD-50E4-4E79-86E7-7F23CFEC06EB}" type="pres">
      <dgm:prSet presAssocID="{3570C419-E875-4A30-AA9C-174F09B913BE}" presName="composite" presStyleCnt="0"/>
      <dgm:spPr/>
    </dgm:pt>
    <dgm:pt modelId="{949A5F86-8AC8-4A4C-9959-3EC0D632DB28}" type="pres">
      <dgm:prSet presAssocID="{3570C419-E875-4A30-AA9C-174F09B913BE}" presName="imgShp" presStyleLbl="fgImgPlace1" presStyleIdx="0" presStyleCnt="3"/>
      <dgm:spPr/>
    </dgm:pt>
    <dgm:pt modelId="{8181DB8D-8B36-4822-A312-357CB610F3DB}" type="pres">
      <dgm:prSet presAssocID="{3570C419-E875-4A30-AA9C-174F09B913BE}" presName="txShp" presStyleLbl="node1" presStyleIdx="0" presStyleCnt="3">
        <dgm:presLayoutVars>
          <dgm:bulletEnabled val="1"/>
        </dgm:presLayoutVars>
      </dgm:prSet>
      <dgm:spPr/>
    </dgm:pt>
    <dgm:pt modelId="{EE473C0C-7325-421A-A5F2-B5DEE9270C3C}" type="pres">
      <dgm:prSet presAssocID="{E7E7207C-4992-482B-A16E-EB1DCB7EC2D8}" presName="spacing" presStyleCnt="0"/>
      <dgm:spPr/>
    </dgm:pt>
    <dgm:pt modelId="{CD2CF465-20EA-4EE8-8303-C3D25DF5C617}" type="pres">
      <dgm:prSet presAssocID="{146203C1-6CB6-49E9-B6F4-2A95E54B1A15}" presName="composite" presStyleCnt="0"/>
      <dgm:spPr/>
    </dgm:pt>
    <dgm:pt modelId="{3D255D28-BBE5-4CA8-BA77-9B4634D4B5B4}" type="pres">
      <dgm:prSet presAssocID="{146203C1-6CB6-49E9-B6F4-2A95E54B1A15}" presName="imgShp" presStyleLbl="fgImgPlace1" presStyleIdx="1" presStyleCnt="3"/>
      <dgm:spPr/>
    </dgm:pt>
    <dgm:pt modelId="{80565B56-148E-4432-BB31-23FCD532C051}" type="pres">
      <dgm:prSet presAssocID="{146203C1-6CB6-49E9-B6F4-2A95E54B1A15}" presName="txShp" presStyleLbl="node1" presStyleIdx="1" presStyleCnt="3">
        <dgm:presLayoutVars>
          <dgm:bulletEnabled val="1"/>
        </dgm:presLayoutVars>
      </dgm:prSet>
      <dgm:spPr/>
    </dgm:pt>
    <dgm:pt modelId="{DDE9C660-6ADB-4F7E-AE1D-04426FE40CD1}" type="pres">
      <dgm:prSet presAssocID="{A3A70697-F9A7-4003-9B25-6828214F0FAD}" presName="spacing" presStyleCnt="0"/>
      <dgm:spPr/>
    </dgm:pt>
    <dgm:pt modelId="{2ADC0E70-1684-457D-9C6E-31D6144BA0CF}" type="pres">
      <dgm:prSet presAssocID="{53A4DF17-C0DE-4445-8D5D-64C48A9C4A61}" presName="composite" presStyleCnt="0"/>
      <dgm:spPr/>
    </dgm:pt>
    <dgm:pt modelId="{1EEBC310-406C-4FE3-8545-946743323728}" type="pres">
      <dgm:prSet presAssocID="{53A4DF17-C0DE-4445-8D5D-64C48A9C4A61}" presName="imgShp" presStyleLbl="fgImgPlace1" presStyleIdx="2" presStyleCnt="3"/>
      <dgm:spPr/>
    </dgm:pt>
    <dgm:pt modelId="{8CD171F9-3804-4144-9569-0A78D0C7CCE9}" type="pres">
      <dgm:prSet presAssocID="{53A4DF17-C0DE-4445-8D5D-64C48A9C4A61}" presName="txShp" presStyleLbl="node1" presStyleIdx="2" presStyleCnt="3">
        <dgm:presLayoutVars>
          <dgm:bulletEnabled val="1"/>
        </dgm:presLayoutVars>
      </dgm:prSet>
      <dgm:spPr/>
    </dgm:pt>
  </dgm:ptLst>
  <dgm:cxnLst>
    <dgm:cxn modelId="{AA458500-2719-4F7C-8D96-5ADA385B8B21}" srcId="{BB71EEBF-8B78-459D-A605-E714EB1B777E}" destId="{146203C1-6CB6-49E9-B6F4-2A95E54B1A15}" srcOrd="1" destOrd="0" parTransId="{28B765AE-46DE-4DE8-A1B0-8AFDAD414BE3}" sibTransId="{A3A70697-F9A7-4003-9B25-6828214F0FAD}"/>
    <dgm:cxn modelId="{B9444009-4A02-40DF-8833-0D4F7EBC204B}" srcId="{BB71EEBF-8B78-459D-A605-E714EB1B777E}" destId="{3570C419-E875-4A30-AA9C-174F09B913BE}" srcOrd="0" destOrd="0" parTransId="{43ABC761-335D-47E1-BC66-EC6B3ECE5040}" sibTransId="{E7E7207C-4992-482B-A16E-EB1DCB7EC2D8}"/>
    <dgm:cxn modelId="{58A7370C-3312-490A-99B8-E292F67BFB08}" type="presOf" srcId="{53A4DF17-C0DE-4445-8D5D-64C48A9C4A61}" destId="{8CD171F9-3804-4144-9569-0A78D0C7CCE9}" srcOrd="0" destOrd="0" presId="urn:microsoft.com/office/officeart/2005/8/layout/vList3"/>
    <dgm:cxn modelId="{A9738F18-BF77-42B2-BFE7-6B3DC03969D8}" srcId="{BB71EEBF-8B78-459D-A605-E714EB1B777E}" destId="{53A4DF17-C0DE-4445-8D5D-64C48A9C4A61}" srcOrd="2" destOrd="0" parTransId="{45490CC6-87BF-4119-8E3C-7E7170742DF4}" sibTransId="{B554656B-6ED6-4BE6-A7D6-E69E46410811}"/>
    <dgm:cxn modelId="{6D55F586-AB41-4ADD-983F-E7457E112643}" type="presOf" srcId="{146203C1-6CB6-49E9-B6F4-2A95E54B1A15}" destId="{80565B56-148E-4432-BB31-23FCD532C051}" srcOrd="0" destOrd="0" presId="urn:microsoft.com/office/officeart/2005/8/layout/vList3"/>
    <dgm:cxn modelId="{283CF693-1247-4571-9AD5-E3E094320200}" type="presOf" srcId="{BB71EEBF-8B78-459D-A605-E714EB1B777E}" destId="{E7A77083-97CB-4FE4-8DBF-BFFCC8FC66B3}" srcOrd="0" destOrd="0" presId="urn:microsoft.com/office/officeart/2005/8/layout/vList3"/>
    <dgm:cxn modelId="{130042F5-1EB0-4CC4-810C-7F43365BDBE5}" type="presOf" srcId="{3570C419-E875-4A30-AA9C-174F09B913BE}" destId="{8181DB8D-8B36-4822-A312-357CB610F3DB}" srcOrd="0" destOrd="0" presId="urn:microsoft.com/office/officeart/2005/8/layout/vList3"/>
    <dgm:cxn modelId="{2CCC9F2B-C31B-4A53-BA3C-76FECBED266A}" type="presParOf" srcId="{E7A77083-97CB-4FE4-8DBF-BFFCC8FC66B3}" destId="{D9A3CECD-50E4-4E79-86E7-7F23CFEC06EB}" srcOrd="0" destOrd="0" presId="urn:microsoft.com/office/officeart/2005/8/layout/vList3"/>
    <dgm:cxn modelId="{E470AC3F-F8B8-46D8-8072-C8A0522DA24F}" type="presParOf" srcId="{D9A3CECD-50E4-4E79-86E7-7F23CFEC06EB}" destId="{949A5F86-8AC8-4A4C-9959-3EC0D632DB28}" srcOrd="0" destOrd="0" presId="urn:microsoft.com/office/officeart/2005/8/layout/vList3"/>
    <dgm:cxn modelId="{2F3B7418-DDBC-4FD7-B46E-09E6B300BAAE}" type="presParOf" srcId="{D9A3CECD-50E4-4E79-86E7-7F23CFEC06EB}" destId="{8181DB8D-8B36-4822-A312-357CB610F3DB}" srcOrd="1" destOrd="0" presId="urn:microsoft.com/office/officeart/2005/8/layout/vList3"/>
    <dgm:cxn modelId="{460F168D-87F5-4BAF-A0B9-B861F2C6770F}" type="presParOf" srcId="{E7A77083-97CB-4FE4-8DBF-BFFCC8FC66B3}" destId="{EE473C0C-7325-421A-A5F2-B5DEE9270C3C}" srcOrd="1" destOrd="0" presId="urn:microsoft.com/office/officeart/2005/8/layout/vList3"/>
    <dgm:cxn modelId="{020AA698-E167-40A2-B36A-3F9E3697D4DD}" type="presParOf" srcId="{E7A77083-97CB-4FE4-8DBF-BFFCC8FC66B3}" destId="{CD2CF465-20EA-4EE8-8303-C3D25DF5C617}" srcOrd="2" destOrd="0" presId="urn:microsoft.com/office/officeart/2005/8/layout/vList3"/>
    <dgm:cxn modelId="{A79B6C5B-4A21-43E5-A3A7-8AD837EF301C}" type="presParOf" srcId="{CD2CF465-20EA-4EE8-8303-C3D25DF5C617}" destId="{3D255D28-BBE5-4CA8-BA77-9B4634D4B5B4}" srcOrd="0" destOrd="0" presId="urn:microsoft.com/office/officeart/2005/8/layout/vList3"/>
    <dgm:cxn modelId="{784A62C3-0DEC-4778-BE88-48AB131A087C}" type="presParOf" srcId="{CD2CF465-20EA-4EE8-8303-C3D25DF5C617}" destId="{80565B56-148E-4432-BB31-23FCD532C051}" srcOrd="1" destOrd="0" presId="urn:microsoft.com/office/officeart/2005/8/layout/vList3"/>
    <dgm:cxn modelId="{BEEBFF69-37C2-4869-921A-AF0722B17C50}" type="presParOf" srcId="{E7A77083-97CB-4FE4-8DBF-BFFCC8FC66B3}" destId="{DDE9C660-6ADB-4F7E-AE1D-04426FE40CD1}" srcOrd="3" destOrd="0" presId="urn:microsoft.com/office/officeart/2005/8/layout/vList3"/>
    <dgm:cxn modelId="{2DB60C54-B599-48AA-9981-0C9165D54014}" type="presParOf" srcId="{E7A77083-97CB-4FE4-8DBF-BFFCC8FC66B3}" destId="{2ADC0E70-1684-457D-9C6E-31D6144BA0CF}" srcOrd="4" destOrd="0" presId="urn:microsoft.com/office/officeart/2005/8/layout/vList3"/>
    <dgm:cxn modelId="{0B664467-09D0-4262-9CE3-92BEB2FFDC93}" type="presParOf" srcId="{2ADC0E70-1684-457D-9C6E-31D6144BA0CF}" destId="{1EEBC310-406C-4FE3-8545-946743323728}" srcOrd="0" destOrd="0" presId="urn:microsoft.com/office/officeart/2005/8/layout/vList3"/>
    <dgm:cxn modelId="{66D0D17A-9053-4B92-9663-80E1D118B503}" type="presParOf" srcId="{2ADC0E70-1684-457D-9C6E-31D6144BA0CF}" destId="{8CD171F9-3804-4144-9569-0A78D0C7CCE9}" srcOrd="1" destOrd="0" presId="urn:microsoft.com/office/officeart/2005/8/layout/vLis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F34B468-A363-48CD-B9D6-4E60A1F10012}" type="doc">
      <dgm:prSet loTypeId="urn:microsoft.com/office/officeart/2008/layout/VerticalAccentList" loCatId="list" qsTypeId="urn:microsoft.com/office/officeart/2005/8/quickstyle/simple1" qsCatId="simple" csTypeId="urn:microsoft.com/office/officeart/2005/8/colors/accent1_2" csCatId="accent1" phldr="1"/>
      <dgm:spPr/>
      <dgm:t>
        <a:bodyPr/>
        <a:lstStyle/>
        <a:p>
          <a:endParaRPr lang="en-US"/>
        </a:p>
      </dgm:t>
    </dgm:pt>
    <dgm:pt modelId="{FA4DF0CC-CB56-428C-9129-89AF5E12FF24}">
      <dgm:prSet phldrT="[Text]" custT="1"/>
      <dgm:spPr/>
      <dgm:t>
        <a:bodyPr/>
        <a:lstStyle/>
        <a:p>
          <a:pPr>
            <a:lnSpc>
              <a:spcPct val="100000"/>
            </a:lnSpc>
          </a:pPr>
          <a:r>
            <a:rPr lang="en-US" sz="2000" b="0" i="0" dirty="0"/>
            <a:t>Similar to the concept of indexing in other languages, subscript operators can be used to directly access the values in a vector through their index. </a:t>
          </a:r>
          <a:endParaRPr lang="en-US" sz="2000" dirty="0"/>
        </a:p>
      </dgm:t>
    </dgm:pt>
    <dgm:pt modelId="{7835108C-D9B7-4254-B1DB-D88CFB56E7CF}" type="parTrans" cxnId="{C173BCCB-0EFB-4532-9A4B-C3D67ACCBE13}">
      <dgm:prSet/>
      <dgm:spPr/>
      <dgm:t>
        <a:bodyPr/>
        <a:lstStyle/>
        <a:p>
          <a:endParaRPr lang="en-US" sz="2000"/>
        </a:p>
      </dgm:t>
    </dgm:pt>
    <dgm:pt modelId="{12294405-2231-453F-86F9-8CDADD79AE70}" type="sibTrans" cxnId="{C173BCCB-0EFB-4532-9A4B-C3D67ACCBE13}">
      <dgm:prSet/>
      <dgm:spPr/>
      <dgm:t>
        <a:bodyPr/>
        <a:lstStyle/>
        <a:p>
          <a:endParaRPr lang="en-US" sz="2000"/>
        </a:p>
      </dgm:t>
    </dgm:pt>
    <dgm:pt modelId="{E4E242DE-E4CB-47EA-9153-77F01EE95039}" type="pres">
      <dgm:prSet presAssocID="{CF34B468-A363-48CD-B9D6-4E60A1F10012}" presName="Name0" presStyleCnt="0">
        <dgm:presLayoutVars>
          <dgm:chMax/>
          <dgm:chPref/>
          <dgm:dir/>
        </dgm:presLayoutVars>
      </dgm:prSet>
      <dgm:spPr/>
    </dgm:pt>
    <dgm:pt modelId="{FCB7B2FA-9E95-4F5C-9339-9A3123F4BF66}" type="pres">
      <dgm:prSet presAssocID="{FA4DF0CC-CB56-428C-9129-89AF5E12FF24}" presName="parenttextcomposite" presStyleCnt="0"/>
      <dgm:spPr/>
    </dgm:pt>
    <dgm:pt modelId="{CA223E5D-66D5-4BBB-AFCE-D9F3E4F303FD}" type="pres">
      <dgm:prSet presAssocID="{FA4DF0CC-CB56-428C-9129-89AF5E12FF24}" presName="parenttext" presStyleLbl="revTx" presStyleIdx="0" presStyleCnt="1" custScaleX="110496">
        <dgm:presLayoutVars>
          <dgm:chMax/>
          <dgm:chPref val="2"/>
          <dgm:bulletEnabled val="1"/>
        </dgm:presLayoutVars>
      </dgm:prSet>
      <dgm:spPr/>
    </dgm:pt>
    <dgm:pt modelId="{C6CE90DF-3997-496F-95CA-750BF0666E6D}" type="pres">
      <dgm:prSet presAssocID="{FA4DF0CC-CB56-428C-9129-89AF5E12FF24}" presName="parallelogramComposite" presStyleCnt="0"/>
      <dgm:spPr/>
    </dgm:pt>
    <dgm:pt modelId="{2C6411BA-3D48-4A68-802F-016ECE4087B3}" type="pres">
      <dgm:prSet presAssocID="{FA4DF0CC-CB56-428C-9129-89AF5E12FF24}" presName="parallelogram1" presStyleLbl="alignNode1" presStyleIdx="0" presStyleCnt="7"/>
      <dgm:spPr/>
    </dgm:pt>
    <dgm:pt modelId="{D3E6DD8D-ADB6-42BB-A16E-76E494F4683B}" type="pres">
      <dgm:prSet presAssocID="{FA4DF0CC-CB56-428C-9129-89AF5E12FF24}" presName="parallelogram2" presStyleLbl="alignNode1" presStyleIdx="1" presStyleCnt="7"/>
      <dgm:spPr/>
    </dgm:pt>
    <dgm:pt modelId="{11DE026A-05EA-4D8B-B3F0-FC3CE78FAD18}" type="pres">
      <dgm:prSet presAssocID="{FA4DF0CC-CB56-428C-9129-89AF5E12FF24}" presName="parallelogram3" presStyleLbl="alignNode1" presStyleIdx="2" presStyleCnt="7"/>
      <dgm:spPr/>
    </dgm:pt>
    <dgm:pt modelId="{CCFF31A8-A76B-4911-86A6-6F23606D7EEF}" type="pres">
      <dgm:prSet presAssocID="{FA4DF0CC-CB56-428C-9129-89AF5E12FF24}" presName="parallelogram4" presStyleLbl="alignNode1" presStyleIdx="3" presStyleCnt="7"/>
      <dgm:spPr/>
    </dgm:pt>
    <dgm:pt modelId="{696E0080-747C-4415-9D01-672B955BBE04}" type="pres">
      <dgm:prSet presAssocID="{FA4DF0CC-CB56-428C-9129-89AF5E12FF24}" presName="parallelogram5" presStyleLbl="alignNode1" presStyleIdx="4" presStyleCnt="7"/>
      <dgm:spPr/>
    </dgm:pt>
    <dgm:pt modelId="{C4A5825E-48D9-4833-A457-5FD520673C71}" type="pres">
      <dgm:prSet presAssocID="{FA4DF0CC-CB56-428C-9129-89AF5E12FF24}" presName="parallelogram6" presStyleLbl="alignNode1" presStyleIdx="5" presStyleCnt="7"/>
      <dgm:spPr/>
    </dgm:pt>
    <dgm:pt modelId="{0EE94E8D-E992-4838-B1AC-B0E40CCF4BA1}" type="pres">
      <dgm:prSet presAssocID="{FA4DF0CC-CB56-428C-9129-89AF5E12FF24}" presName="parallelogram7" presStyleLbl="alignNode1" presStyleIdx="6" presStyleCnt="7"/>
      <dgm:spPr/>
    </dgm:pt>
  </dgm:ptLst>
  <dgm:cxnLst>
    <dgm:cxn modelId="{D6559038-2FF2-469D-9429-B3314A8C0D56}" type="presOf" srcId="{FA4DF0CC-CB56-428C-9129-89AF5E12FF24}" destId="{CA223E5D-66D5-4BBB-AFCE-D9F3E4F303FD}" srcOrd="0" destOrd="0" presId="urn:microsoft.com/office/officeart/2008/layout/VerticalAccentList"/>
    <dgm:cxn modelId="{C173BCCB-0EFB-4532-9A4B-C3D67ACCBE13}" srcId="{CF34B468-A363-48CD-B9D6-4E60A1F10012}" destId="{FA4DF0CC-CB56-428C-9129-89AF5E12FF24}" srcOrd="0" destOrd="0" parTransId="{7835108C-D9B7-4254-B1DB-D88CFB56E7CF}" sibTransId="{12294405-2231-453F-86F9-8CDADD79AE70}"/>
    <dgm:cxn modelId="{E23EE4F6-18FC-403C-9A8F-F76C2B430043}" type="presOf" srcId="{CF34B468-A363-48CD-B9D6-4E60A1F10012}" destId="{E4E242DE-E4CB-47EA-9153-77F01EE95039}" srcOrd="0" destOrd="0" presId="urn:microsoft.com/office/officeart/2008/layout/VerticalAccentList"/>
    <dgm:cxn modelId="{9C841A94-EA3B-440D-8C94-5564CD819B0E}" type="presParOf" srcId="{E4E242DE-E4CB-47EA-9153-77F01EE95039}" destId="{FCB7B2FA-9E95-4F5C-9339-9A3123F4BF66}" srcOrd="0" destOrd="0" presId="urn:microsoft.com/office/officeart/2008/layout/VerticalAccentList"/>
    <dgm:cxn modelId="{70479A0E-4A05-4DB7-9A06-2AF0E9966C0A}" type="presParOf" srcId="{FCB7B2FA-9E95-4F5C-9339-9A3123F4BF66}" destId="{CA223E5D-66D5-4BBB-AFCE-D9F3E4F303FD}" srcOrd="0" destOrd="0" presId="urn:microsoft.com/office/officeart/2008/layout/VerticalAccentList"/>
    <dgm:cxn modelId="{4C649486-FC9C-4A0F-BB5F-511A2F46F59B}" type="presParOf" srcId="{E4E242DE-E4CB-47EA-9153-77F01EE95039}" destId="{C6CE90DF-3997-496F-95CA-750BF0666E6D}" srcOrd="1" destOrd="0" presId="urn:microsoft.com/office/officeart/2008/layout/VerticalAccentList"/>
    <dgm:cxn modelId="{7C05DBC6-34D4-4C2D-8933-5F461D44C79A}" type="presParOf" srcId="{C6CE90DF-3997-496F-95CA-750BF0666E6D}" destId="{2C6411BA-3D48-4A68-802F-016ECE4087B3}" srcOrd="0" destOrd="0" presId="urn:microsoft.com/office/officeart/2008/layout/VerticalAccentList"/>
    <dgm:cxn modelId="{49BF4D38-B2ED-46F0-ABA2-15BDCF24A001}" type="presParOf" srcId="{C6CE90DF-3997-496F-95CA-750BF0666E6D}" destId="{D3E6DD8D-ADB6-42BB-A16E-76E494F4683B}" srcOrd="1" destOrd="0" presId="urn:microsoft.com/office/officeart/2008/layout/VerticalAccentList"/>
    <dgm:cxn modelId="{03127961-11C2-45F7-A0C5-C78150AADEF7}" type="presParOf" srcId="{C6CE90DF-3997-496F-95CA-750BF0666E6D}" destId="{11DE026A-05EA-4D8B-B3F0-FC3CE78FAD18}" srcOrd="2" destOrd="0" presId="urn:microsoft.com/office/officeart/2008/layout/VerticalAccentList"/>
    <dgm:cxn modelId="{22CEFA09-57D5-4B36-B546-247EEAB28C46}" type="presParOf" srcId="{C6CE90DF-3997-496F-95CA-750BF0666E6D}" destId="{CCFF31A8-A76B-4911-86A6-6F23606D7EEF}" srcOrd="3" destOrd="0" presId="urn:microsoft.com/office/officeart/2008/layout/VerticalAccentList"/>
    <dgm:cxn modelId="{217B901B-268A-43E2-A0E0-CCF00F557C2C}" type="presParOf" srcId="{C6CE90DF-3997-496F-95CA-750BF0666E6D}" destId="{696E0080-747C-4415-9D01-672B955BBE04}" srcOrd="4" destOrd="0" presId="urn:microsoft.com/office/officeart/2008/layout/VerticalAccentList"/>
    <dgm:cxn modelId="{CF606307-922E-454F-8BAF-6E2E49B20988}" type="presParOf" srcId="{C6CE90DF-3997-496F-95CA-750BF0666E6D}" destId="{C4A5825E-48D9-4833-A457-5FD520673C71}" srcOrd="5" destOrd="0" presId="urn:microsoft.com/office/officeart/2008/layout/VerticalAccentList"/>
    <dgm:cxn modelId="{FCA592E9-053B-4282-B77A-7FE95CF7ABE5}" type="presParOf" srcId="{C6CE90DF-3997-496F-95CA-750BF0666E6D}" destId="{0EE94E8D-E992-4838-B1AC-B0E40CCF4BA1}" srcOrd="6" destOrd="0" presId="urn:microsoft.com/office/officeart/2008/layout/VerticalAccent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CF34B468-A363-48CD-B9D6-4E60A1F10012}" type="doc">
      <dgm:prSet loTypeId="urn:microsoft.com/office/officeart/2008/layout/VerticalAccentList" loCatId="list" qsTypeId="urn:microsoft.com/office/officeart/2005/8/quickstyle/simple1" qsCatId="simple" csTypeId="urn:microsoft.com/office/officeart/2005/8/colors/accent1_2" csCatId="accent1" phldr="1"/>
      <dgm:spPr/>
      <dgm:t>
        <a:bodyPr/>
        <a:lstStyle/>
        <a:p>
          <a:endParaRPr lang="en-US"/>
        </a:p>
      </dgm:t>
    </dgm:pt>
    <dgm:pt modelId="{FA4DF0CC-CB56-428C-9129-89AF5E12FF24}">
      <dgm:prSet phldrT="[Text]" custT="1"/>
      <dgm:spPr/>
      <dgm:t>
        <a:bodyPr/>
        <a:lstStyle/>
        <a:p>
          <a:pPr>
            <a:lnSpc>
              <a:spcPct val="100000"/>
            </a:lnSpc>
          </a:pPr>
          <a:r>
            <a:rPr lang="en-US" sz="2000" b="0" i="0" dirty="0"/>
            <a:t>The second way of accessing the vector elements is to use the get(index) method with the index of a vector passed as an argument.</a:t>
          </a:r>
          <a:endParaRPr lang="en-US" sz="2000" dirty="0"/>
        </a:p>
      </dgm:t>
    </dgm:pt>
    <dgm:pt modelId="{7835108C-D9B7-4254-B1DB-D88CFB56E7CF}" type="parTrans" cxnId="{C173BCCB-0EFB-4532-9A4B-C3D67ACCBE13}">
      <dgm:prSet/>
      <dgm:spPr/>
      <dgm:t>
        <a:bodyPr/>
        <a:lstStyle/>
        <a:p>
          <a:endParaRPr lang="en-US" sz="2000"/>
        </a:p>
      </dgm:t>
    </dgm:pt>
    <dgm:pt modelId="{12294405-2231-453F-86F9-8CDADD79AE70}" type="sibTrans" cxnId="{C173BCCB-0EFB-4532-9A4B-C3D67ACCBE13}">
      <dgm:prSet/>
      <dgm:spPr/>
      <dgm:t>
        <a:bodyPr/>
        <a:lstStyle/>
        <a:p>
          <a:endParaRPr lang="en-US" sz="2000"/>
        </a:p>
      </dgm:t>
    </dgm:pt>
    <dgm:pt modelId="{E4E242DE-E4CB-47EA-9153-77F01EE95039}" type="pres">
      <dgm:prSet presAssocID="{CF34B468-A363-48CD-B9D6-4E60A1F10012}" presName="Name0" presStyleCnt="0">
        <dgm:presLayoutVars>
          <dgm:chMax/>
          <dgm:chPref/>
          <dgm:dir/>
        </dgm:presLayoutVars>
      </dgm:prSet>
      <dgm:spPr/>
    </dgm:pt>
    <dgm:pt modelId="{FCB7B2FA-9E95-4F5C-9339-9A3123F4BF66}" type="pres">
      <dgm:prSet presAssocID="{FA4DF0CC-CB56-428C-9129-89AF5E12FF24}" presName="parenttextcomposite" presStyleCnt="0"/>
      <dgm:spPr/>
    </dgm:pt>
    <dgm:pt modelId="{CA223E5D-66D5-4BBB-AFCE-D9F3E4F303FD}" type="pres">
      <dgm:prSet presAssocID="{FA4DF0CC-CB56-428C-9129-89AF5E12FF24}" presName="parenttext" presStyleLbl="revTx" presStyleIdx="0" presStyleCnt="1" custScaleX="110496">
        <dgm:presLayoutVars>
          <dgm:chMax/>
          <dgm:chPref val="2"/>
          <dgm:bulletEnabled val="1"/>
        </dgm:presLayoutVars>
      </dgm:prSet>
      <dgm:spPr/>
    </dgm:pt>
    <dgm:pt modelId="{C6CE90DF-3997-496F-95CA-750BF0666E6D}" type="pres">
      <dgm:prSet presAssocID="{FA4DF0CC-CB56-428C-9129-89AF5E12FF24}" presName="parallelogramComposite" presStyleCnt="0"/>
      <dgm:spPr/>
    </dgm:pt>
    <dgm:pt modelId="{2C6411BA-3D48-4A68-802F-016ECE4087B3}" type="pres">
      <dgm:prSet presAssocID="{FA4DF0CC-CB56-428C-9129-89AF5E12FF24}" presName="parallelogram1" presStyleLbl="alignNode1" presStyleIdx="0" presStyleCnt="7"/>
      <dgm:spPr/>
    </dgm:pt>
    <dgm:pt modelId="{D3E6DD8D-ADB6-42BB-A16E-76E494F4683B}" type="pres">
      <dgm:prSet presAssocID="{FA4DF0CC-CB56-428C-9129-89AF5E12FF24}" presName="parallelogram2" presStyleLbl="alignNode1" presStyleIdx="1" presStyleCnt="7"/>
      <dgm:spPr/>
    </dgm:pt>
    <dgm:pt modelId="{11DE026A-05EA-4D8B-B3F0-FC3CE78FAD18}" type="pres">
      <dgm:prSet presAssocID="{FA4DF0CC-CB56-428C-9129-89AF5E12FF24}" presName="parallelogram3" presStyleLbl="alignNode1" presStyleIdx="2" presStyleCnt="7"/>
      <dgm:spPr/>
    </dgm:pt>
    <dgm:pt modelId="{CCFF31A8-A76B-4911-86A6-6F23606D7EEF}" type="pres">
      <dgm:prSet presAssocID="{FA4DF0CC-CB56-428C-9129-89AF5E12FF24}" presName="parallelogram4" presStyleLbl="alignNode1" presStyleIdx="3" presStyleCnt="7"/>
      <dgm:spPr/>
    </dgm:pt>
    <dgm:pt modelId="{696E0080-747C-4415-9D01-672B955BBE04}" type="pres">
      <dgm:prSet presAssocID="{FA4DF0CC-CB56-428C-9129-89AF5E12FF24}" presName="parallelogram5" presStyleLbl="alignNode1" presStyleIdx="4" presStyleCnt="7"/>
      <dgm:spPr/>
    </dgm:pt>
    <dgm:pt modelId="{C4A5825E-48D9-4833-A457-5FD520673C71}" type="pres">
      <dgm:prSet presAssocID="{FA4DF0CC-CB56-428C-9129-89AF5E12FF24}" presName="parallelogram6" presStyleLbl="alignNode1" presStyleIdx="5" presStyleCnt="7"/>
      <dgm:spPr/>
    </dgm:pt>
    <dgm:pt modelId="{0EE94E8D-E992-4838-B1AC-B0E40CCF4BA1}" type="pres">
      <dgm:prSet presAssocID="{FA4DF0CC-CB56-428C-9129-89AF5E12FF24}" presName="parallelogram7" presStyleLbl="alignNode1" presStyleIdx="6" presStyleCnt="7"/>
      <dgm:spPr/>
    </dgm:pt>
  </dgm:ptLst>
  <dgm:cxnLst>
    <dgm:cxn modelId="{D6559038-2FF2-469D-9429-B3314A8C0D56}" type="presOf" srcId="{FA4DF0CC-CB56-428C-9129-89AF5E12FF24}" destId="{CA223E5D-66D5-4BBB-AFCE-D9F3E4F303FD}" srcOrd="0" destOrd="0" presId="urn:microsoft.com/office/officeart/2008/layout/VerticalAccentList"/>
    <dgm:cxn modelId="{C173BCCB-0EFB-4532-9A4B-C3D67ACCBE13}" srcId="{CF34B468-A363-48CD-B9D6-4E60A1F10012}" destId="{FA4DF0CC-CB56-428C-9129-89AF5E12FF24}" srcOrd="0" destOrd="0" parTransId="{7835108C-D9B7-4254-B1DB-D88CFB56E7CF}" sibTransId="{12294405-2231-453F-86F9-8CDADD79AE70}"/>
    <dgm:cxn modelId="{E23EE4F6-18FC-403C-9A8F-F76C2B430043}" type="presOf" srcId="{CF34B468-A363-48CD-B9D6-4E60A1F10012}" destId="{E4E242DE-E4CB-47EA-9153-77F01EE95039}" srcOrd="0" destOrd="0" presId="urn:microsoft.com/office/officeart/2008/layout/VerticalAccentList"/>
    <dgm:cxn modelId="{9C841A94-EA3B-440D-8C94-5564CD819B0E}" type="presParOf" srcId="{E4E242DE-E4CB-47EA-9153-77F01EE95039}" destId="{FCB7B2FA-9E95-4F5C-9339-9A3123F4BF66}" srcOrd="0" destOrd="0" presId="urn:microsoft.com/office/officeart/2008/layout/VerticalAccentList"/>
    <dgm:cxn modelId="{70479A0E-4A05-4DB7-9A06-2AF0E9966C0A}" type="presParOf" srcId="{FCB7B2FA-9E95-4F5C-9339-9A3123F4BF66}" destId="{CA223E5D-66D5-4BBB-AFCE-D9F3E4F303FD}" srcOrd="0" destOrd="0" presId="urn:microsoft.com/office/officeart/2008/layout/VerticalAccentList"/>
    <dgm:cxn modelId="{4C649486-FC9C-4A0F-BB5F-511A2F46F59B}" type="presParOf" srcId="{E4E242DE-E4CB-47EA-9153-77F01EE95039}" destId="{C6CE90DF-3997-496F-95CA-750BF0666E6D}" srcOrd="1" destOrd="0" presId="urn:microsoft.com/office/officeart/2008/layout/VerticalAccentList"/>
    <dgm:cxn modelId="{7C05DBC6-34D4-4C2D-8933-5F461D44C79A}" type="presParOf" srcId="{C6CE90DF-3997-496F-95CA-750BF0666E6D}" destId="{2C6411BA-3D48-4A68-802F-016ECE4087B3}" srcOrd="0" destOrd="0" presId="urn:microsoft.com/office/officeart/2008/layout/VerticalAccentList"/>
    <dgm:cxn modelId="{49BF4D38-B2ED-46F0-ABA2-15BDCF24A001}" type="presParOf" srcId="{C6CE90DF-3997-496F-95CA-750BF0666E6D}" destId="{D3E6DD8D-ADB6-42BB-A16E-76E494F4683B}" srcOrd="1" destOrd="0" presId="urn:microsoft.com/office/officeart/2008/layout/VerticalAccentList"/>
    <dgm:cxn modelId="{03127961-11C2-45F7-A0C5-C78150AADEF7}" type="presParOf" srcId="{C6CE90DF-3997-496F-95CA-750BF0666E6D}" destId="{11DE026A-05EA-4D8B-B3F0-FC3CE78FAD18}" srcOrd="2" destOrd="0" presId="urn:microsoft.com/office/officeart/2008/layout/VerticalAccentList"/>
    <dgm:cxn modelId="{22CEFA09-57D5-4B36-B546-247EEAB28C46}" type="presParOf" srcId="{C6CE90DF-3997-496F-95CA-750BF0666E6D}" destId="{CCFF31A8-A76B-4911-86A6-6F23606D7EEF}" srcOrd="3" destOrd="0" presId="urn:microsoft.com/office/officeart/2008/layout/VerticalAccentList"/>
    <dgm:cxn modelId="{217B901B-268A-43E2-A0E0-CCF00F557C2C}" type="presParOf" srcId="{C6CE90DF-3997-496F-95CA-750BF0666E6D}" destId="{696E0080-747C-4415-9D01-672B955BBE04}" srcOrd="4" destOrd="0" presId="urn:microsoft.com/office/officeart/2008/layout/VerticalAccentList"/>
    <dgm:cxn modelId="{CF606307-922E-454F-8BAF-6E2E49B20988}" type="presParOf" srcId="{C6CE90DF-3997-496F-95CA-750BF0666E6D}" destId="{C4A5825E-48D9-4833-A457-5FD520673C71}" srcOrd="5" destOrd="0" presId="urn:microsoft.com/office/officeart/2008/layout/VerticalAccentList"/>
    <dgm:cxn modelId="{FCA592E9-053B-4282-B77A-7FE95CF7ABE5}" type="presParOf" srcId="{C6CE90DF-3997-496F-95CA-750BF0666E6D}" destId="{0EE94E8D-E992-4838-B1AC-B0E40CCF4BA1}" srcOrd="6" destOrd="0" presId="urn:microsoft.com/office/officeart/2008/layout/VerticalAccent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CF34B468-A363-48CD-B9D6-4E60A1F10012}" type="doc">
      <dgm:prSet loTypeId="urn:microsoft.com/office/officeart/2008/layout/VerticalAccentList" loCatId="list" qsTypeId="urn:microsoft.com/office/officeart/2005/8/quickstyle/simple1" qsCatId="simple" csTypeId="urn:microsoft.com/office/officeart/2005/8/colors/accent1_2" csCatId="accent1" phldr="1"/>
      <dgm:spPr/>
      <dgm:t>
        <a:bodyPr/>
        <a:lstStyle/>
        <a:p>
          <a:endParaRPr lang="en-US"/>
        </a:p>
      </dgm:t>
    </dgm:pt>
    <dgm:pt modelId="{FA4DF0CC-CB56-428C-9129-89AF5E12FF24}">
      <dgm:prSet phldrT="[Text]" custT="1"/>
      <dgm:spPr/>
      <dgm:t>
        <a:bodyPr/>
        <a:lstStyle/>
        <a:p>
          <a:pPr>
            <a:lnSpc>
              <a:spcPct val="100000"/>
            </a:lnSpc>
          </a:pPr>
          <a:r>
            <a:rPr lang="en-US" sz="1800" b="0" i="0" dirty="0"/>
            <a:t>To access the vector we can also iterate through a vector-like we do in arrays. We can use </a:t>
          </a:r>
          <a:r>
            <a:rPr lang="en-US" sz="1800" b="1" i="0" dirty="0"/>
            <a:t>for loop</a:t>
          </a:r>
          <a:r>
            <a:rPr lang="en-US" sz="1800" b="0" i="0" dirty="0"/>
            <a:t> to iterate through a vector.</a:t>
          </a:r>
          <a:endParaRPr lang="en-US" sz="1800" dirty="0"/>
        </a:p>
      </dgm:t>
    </dgm:pt>
    <dgm:pt modelId="{7835108C-D9B7-4254-B1DB-D88CFB56E7CF}" type="parTrans" cxnId="{C173BCCB-0EFB-4532-9A4B-C3D67ACCBE13}">
      <dgm:prSet/>
      <dgm:spPr/>
      <dgm:t>
        <a:bodyPr/>
        <a:lstStyle/>
        <a:p>
          <a:endParaRPr lang="en-US"/>
        </a:p>
      </dgm:t>
    </dgm:pt>
    <dgm:pt modelId="{12294405-2231-453F-86F9-8CDADD79AE70}" type="sibTrans" cxnId="{C173BCCB-0EFB-4532-9A4B-C3D67ACCBE13}">
      <dgm:prSet/>
      <dgm:spPr/>
      <dgm:t>
        <a:bodyPr/>
        <a:lstStyle/>
        <a:p>
          <a:endParaRPr lang="en-US"/>
        </a:p>
      </dgm:t>
    </dgm:pt>
    <dgm:pt modelId="{E4E242DE-E4CB-47EA-9153-77F01EE95039}" type="pres">
      <dgm:prSet presAssocID="{CF34B468-A363-48CD-B9D6-4E60A1F10012}" presName="Name0" presStyleCnt="0">
        <dgm:presLayoutVars>
          <dgm:chMax/>
          <dgm:chPref/>
          <dgm:dir/>
        </dgm:presLayoutVars>
      </dgm:prSet>
      <dgm:spPr/>
    </dgm:pt>
    <dgm:pt modelId="{FCB7B2FA-9E95-4F5C-9339-9A3123F4BF66}" type="pres">
      <dgm:prSet presAssocID="{FA4DF0CC-CB56-428C-9129-89AF5E12FF24}" presName="parenttextcomposite" presStyleCnt="0"/>
      <dgm:spPr/>
    </dgm:pt>
    <dgm:pt modelId="{CA223E5D-66D5-4BBB-AFCE-D9F3E4F303FD}" type="pres">
      <dgm:prSet presAssocID="{FA4DF0CC-CB56-428C-9129-89AF5E12FF24}" presName="parenttext" presStyleLbl="revTx" presStyleIdx="0" presStyleCnt="1" custScaleX="110496">
        <dgm:presLayoutVars>
          <dgm:chMax/>
          <dgm:chPref val="2"/>
          <dgm:bulletEnabled val="1"/>
        </dgm:presLayoutVars>
      </dgm:prSet>
      <dgm:spPr/>
    </dgm:pt>
    <dgm:pt modelId="{C6CE90DF-3997-496F-95CA-750BF0666E6D}" type="pres">
      <dgm:prSet presAssocID="{FA4DF0CC-CB56-428C-9129-89AF5E12FF24}" presName="parallelogramComposite" presStyleCnt="0"/>
      <dgm:spPr/>
    </dgm:pt>
    <dgm:pt modelId="{2C6411BA-3D48-4A68-802F-016ECE4087B3}" type="pres">
      <dgm:prSet presAssocID="{FA4DF0CC-CB56-428C-9129-89AF5E12FF24}" presName="parallelogram1" presStyleLbl="alignNode1" presStyleIdx="0" presStyleCnt="7"/>
      <dgm:spPr/>
    </dgm:pt>
    <dgm:pt modelId="{D3E6DD8D-ADB6-42BB-A16E-76E494F4683B}" type="pres">
      <dgm:prSet presAssocID="{FA4DF0CC-CB56-428C-9129-89AF5E12FF24}" presName="parallelogram2" presStyleLbl="alignNode1" presStyleIdx="1" presStyleCnt="7"/>
      <dgm:spPr/>
    </dgm:pt>
    <dgm:pt modelId="{11DE026A-05EA-4D8B-B3F0-FC3CE78FAD18}" type="pres">
      <dgm:prSet presAssocID="{FA4DF0CC-CB56-428C-9129-89AF5E12FF24}" presName="parallelogram3" presStyleLbl="alignNode1" presStyleIdx="2" presStyleCnt="7"/>
      <dgm:spPr/>
    </dgm:pt>
    <dgm:pt modelId="{CCFF31A8-A76B-4911-86A6-6F23606D7EEF}" type="pres">
      <dgm:prSet presAssocID="{FA4DF0CC-CB56-428C-9129-89AF5E12FF24}" presName="parallelogram4" presStyleLbl="alignNode1" presStyleIdx="3" presStyleCnt="7"/>
      <dgm:spPr/>
    </dgm:pt>
    <dgm:pt modelId="{696E0080-747C-4415-9D01-672B955BBE04}" type="pres">
      <dgm:prSet presAssocID="{FA4DF0CC-CB56-428C-9129-89AF5E12FF24}" presName="parallelogram5" presStyleLbl="alignNode1" presStyleIdx="4" presStyleCnt="7"/>
      <dgm:spPr/>
    </dgm:pt>
    <dgm:pt modelId="{C4A5825E-48D9-4833-A457-5FD520673C71}" type="pres">
      <dgm:prSet presAssocID="{FA4DF0CC-CB56-428C-9129-89AF5E12FF24}" presName="parallelogram6" presStyleLbl="alignNode1" presStyleIdx="5" presStyleCnt="7"/>
      <dgm:spPr/>
    </dgm:pt>
    <dgm:pt modelId="{0EE94E8D-E992-4838-B1AC-B0E40CCF4BA1}" type="pres">
      <dgm:prSet presAssocID="{FA4DF0CC-CB56-428C-9129-89AF5E12FF24}" presName="parallelogram7" presStyleLbl="alignNode1" presStyleIdx="6" presStyleCnt="7"/>
      <dgm:spPr/>
    </dgm:pt>
  </dgm:ptLst>
  <dgm:cxnLst>
    <dgm:cxn modelId="{D6559038-2FF2-469D-9429-B3314A8C0D56}" type="presOf" srcId="{FA4DF0CC-CB56-428C-9129-89AF5E12FF24}" destId="{CA223E5D-66D5-4BBB-AFCE-D9F3E4F303FD}" srcOrd="0" destOrd="0" presId="urn:microsoft.com/office/officeart/2008/layout/VerticalAccentList"/>
    <dgm:cxn modelId="{C173BCCB-0EFB-4532-9A4B-C3D67ACCBE13}" srcId="{CF34B468-A363-48CD-B9D6-4E60A1F10012}" destId="{FA4DF0CC-CB56-428C-9129-89AF5E12FF24}" srcOrd="0" destOrd="0" parTransId="{7835108C-D9B7-4254-B1DB-D88CFB56E7CF}" sibTransId="{12294405-2231-453F-86F9-8CDADD79AE70}"/>
    <dgm:cxn modelId="{E23EE4F6-18FC-403C-9A8F-F76C2B430043}" type="presOf" srcId="{CF34B468-A363-48CD-B9D6-4E60A1F10012}" destId="{E4E242DE-E4CB-47EA-9153-77F01EE95039}" srcOrd="0" destOrd="0" presId="urn:microsoft.com/office/officeart/2008/layout/VerticalAccentList"/>
    <dgm:cxn modelId="{9C841A94-EA3B-440D-8C94-5564CD819B0E}" type="presParOf" srcId="{E4E242DE-E4CB-47EA-9153-77F01EE95039}" destId="{FCB7B2FA-9E95-4F5C-9339-9A3123F4BF66}" srcOrd="0" destOrd="0" presId="urn:microsoft.com/office/officeart/2008/layout/VerticalAccentList"/>
    <dgm:cxn modelId="{70479A0E-4A05-4DB7-9A06-2AF0E9966C0A}" type="presParOf" srcId="{FCB7B2FA-9E95-4F5C-9339-9A3123F4BF66}" destId="{CA223E5D-66D5-4BBB-AFCE-D9F3E4F303FD}" srcOrd="0" destOrd="0" presId="urn:microsoft.com/office/officeart/2008/layout/VerticalAccentList"/>
    <dgm:cxn modelId="{4C649486-FC9C-4A0F-BB5F-511A2F46F59B}" type="presParOf" srcId="{E4E242DE-E4CB-47EA-9153-77F01EE95039}" destId="{C6CE90DF-3997-496F-95CA-750BF0666E6D}" srcOrd="1" destOrd="0" presId="urn:microsoft.com/office/officeart/2008/layout/VerticalAccentList"/>
    <dgm:cxn modelId="{7C05DBC6-34D4-4C2D-8933-5F461D44C79A}" type="presParOf" srcId="{C6CE90DF-3997-496F-95CA-750BF0666E6D}" destId="{2C6411BA-3D48-4A68-802F-016ECE4087B3}" srcOrd="0" destOrd="0" presId="urn:microsoft.com/office/officeart/2008/layout/VerticalAccentList"/>
    <dgm:cxn modelId="{49BF4D38-B2ED-46F0-ABA2-15BDCF24A001}" type="presParOf" srcId="{C6CE90DF-3997-496F-95CA-750BF0666E6D}" destId="{D3E6DD8D-ADB6-42BB-A16E-76E494F4683B}" srcOrd="1" destOrd="0" presId="urn:microsoft.com/office/officeart/2008/layout/VerticalAccentList"/>
    <dgm:cxn modelId="{03127961-11C2-45F7-A0C5-C78150AADEF7}" type="presParOf" srcId="{C6CE90DF-3997-496F-95CA-750BF0666E6D}" destId="{11DE026A-05EA-4D8B-B3F0-FC3CE78FAD18}" srcOrd="2" destOrd="0" presId="urn:microsoft.com/office/officeart/2008/layout/VerticalAccentList"/>
    <dgm:cxn modelId="{22CEFA09-57D5-4B36-B546-247EEAB28C46}" type="presParOf" srcId="{C6CE90DF-3997-496F-95CA-750BF0666E6D}" destId="{CCFF31A8-A76B-4911-86A6-6F23606D7EEF}" srcOrd="3" destOrd="0" presId="urn:microsoft.com/office/officeart/2008/layout/VerticalAccentList"/>
    <dgm:cxn modelId="{217B901B-268A-43E2-A0E0-CCF00F557C2C}" type="presParOf" srcId="{C6CE90DF-3997-496F-95CA-750BF0666E6D}" destId="{696E0080-747C-4415-9D01-672B955BBE04}" srcOrd="4" destOrd="0" presId="urn:microsoft.com/office/officeart/2008/layout/VerticalAccentList"/>
    <dgm:cxn modelId="{CF606307-922E-454F-8BAF-6E2E49B20988}" type="presParOf" srcId="{C6CE90DF-3997-496F-95CA-750BF0666E6D}" destId="{C4A5825E-48D9-4833-A457-5FD520673C71}" srcOrd="5" destOrd="0" presId="urn:microsoft.com/office/officeart/2008/layout/VerticalAccentList"/>
    <dgm:cxn modelId="{FCA592E9-053B-4282-B77A-7FE95CF7ABE5}" type="presParOf" srcId="{C6CE90DF-3997-496F-95CA-750BF0666E6D}" destId="{0EE94E8D-E992-4838-B1AC-B0E40CCF4BA1}" srcOrd="6" destOrd="0" presId="urn:microsoft.com/office/officeart/2008/layout/VerticalAccent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BB71EEBF-8B78-459D-A605-E714EB1B777E}"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3570C419-E875-4A30-AA9C-174F09B913BE}">
      <dgm:prSet phldrT="[Text]" custT="1"/>
      <dgm:spPr/>
      <dgm:t>
        <a:bodyPr/>
        <a:lstStyle/>
        <a:p>
          <a:r>
            <a:rPr lang="en-US" sz="2000" b="0" i="0" dirty="0"/>
            <a:t>Tuple is a compound data type. A scalar type can store only one type of data. For example, an i32 variable can store only a single integer value. </a:t>
          </a:r>
          <a:endParaRPr lang="en-US" sz="2000" b="0" dirty="0"/>
        </a:p>
      </dgm:t>
    </dgm:pt>
    <dgm:pt modelId="{E7E7207C-4992-482B-A16E-EB1DCB7EC2D8}" type="sibTrans" cxnId="{B9444009-4A02-40DF-8833-0D4F7EBC204B}">
      <dgm:prSet/>
      <dgm:spPr/>
      <dgm:t>
        <a:bodyPr/>
        <a:lstStyle/>
        <a:p>
          <a:endParaRPr lang="en-US" sz="2000" b="0"/>
        </a:p>
      </dgm:t>
    </dgm:pt>
    <dgm:pt modelId="{43ABC761-335D-47E1-BC66-EC6B3ECE5040}" type="parTrans" cxnId="{B9444009-4A02-40DF-8833-0D4F7EBC204B}">
      <dgm:prSet/>
      <dgm:spPr/>
      <dgm:t>
        <a:bodyPr/>
        <a:lstStyle/>
        <a:p>
          <a:endParaRPr lang="en-US" sz="2000" b="0"/>
        </a:p>
      </dgm:t>
    </dgm:pt>
    <dgm:pt modelId="{C0071E3F-8132-471A-9FFC-32989CCE58E5}">
      <dgm:prSet custT="1"/>
      <dgm:spPr/>
      <dgm:t>
        <a:bodyPr/>
        <a:lstStyle/>
        <a:p>
          <a:r>
            <a:rPr lang="en-US" sz="2000" b="0" i="0" dirty="0"/>
            <a:t>In compound types, we can store more than one value at a time and it can be of different types.</a:t>
          </a:r>
        </a:p>
      </dgm:t>
    </dgm:pt>
    <dgm:pt modelId="{CC4E23E3-588A-4181-B6F6-EAC64F620273}" type="parTrans" cxnId="{8B9C9F12-4F04-4ACB-BF41-C751EECDD061}">
      <dgm:prSet/>
      <dgm:spPr/>
      <dgm:t>
        <a:bodyPr/>
        <a:lstStyle/>
        <a:p>
          <a:endParaRPr lang="en-US" sz="2000" b="0"/>
        </a:p>
      </dgm:t>
    </dgm:pt>
    <dgm:pt modelId="{1BE4E0EE-7292-4A50-9E3E-E87BFD843B18}" type="sibTrans" cxnId="{8B9C9F12-4F04-4ACB-BF41-C751EECDD061}">
      <dgm:prSet/>
      <dgm:spPr/>
      <dgm:t>
        <a:bodyPr/>
        <a:lstStyle/>
        <a:p>
          <a:endParaRPr lang="en-US" sz="2000" b="0"/>
        </a:p>
      </dgm:t>
    </dgm:pt>
    <dgm:pt modelId="{4BC9EC8A-18C1-4576-983D-8917F173CF48}">
      <dgm:prSet custT="1"/>
      <dgm:spPr/>
      <dgm:t>
        <a:bodyPr/>
        <a:lstStyle/>
        <a:p>
          <a:r>
            <a:rPr lang="en-US" sz="2000" b="0" i="0" dirty="0"/>
            <a:t>Tuples have a fixed length - once declared they cannot grow or shrink in size. The tuple index starts from 0.</a:t>
          </a:r>
        </a:p>
      </dgm:t>
    </dgm:pt>
    <dgm:pt modelId="{694E99A4-6F9A-4259-A43D-E7A056CF99A8}" type="parTrans" cxnId="{0A472408-87C4-4BDF-B4A2-BDA03B3B5F64}">
      <dgm:prSet/>
      <dgm:spPr/>
      <dgm:t>
        <a:bodyPr/>
        <a:lstStyle/>
        <a:p>
          <a:endParaRPr lang="en-US" sz="2000" b="0"/>
        </a:p>
      </dgm:t>
    </dgm:pt>
    <dgm:pt modelId="{BC8F280C-60BD-48C0-930A-128F8AA7E77A}" type="sibTrans" cxnId="{0A472408-87C4-4BDF-B4A2-BDA03B3B5F64}">
      <dgm:prSet/>
      <dgm:spPr/>
      <dgm:t>
        <a:bodyPr/>
        <a:lstStyle/>
        <a:p>
          <a:endParaRPr lang="en-US" sz="2000" b="0"/>
        </a:p>
      </dgm:t>
    </dgm:pt>
    <dgm:pt modelId="{9E4C69C2-F7D4-4284-8A89-921047700915}">
      <dgm:prSet custT="1"/>
      <dgm:spPr/>
      <dgm:t>
        <a:bodyPr/>
        <a:lstStyle/>
        <a:p>
          <a:r>
            <a:rPr lang="en-US" sz="2000" b="0" i="0" dirty="0"/>
            <a:t>The </a:t>
          </a:r>
          <a:r>
            <a:rPr lang="en-US" sz="2000" b="0" i="1" dirty="0" err="1">
              <a:solidFill>
                <a:srgbClr val="FF0000"/>
              </a:solidFill>
            </a:rPr>
            <a:t>println</a:t>
          </a:r>
          <a:r>
            <a:rPr lang="en-US" sz="2000" b="0" i="1" dirty="0">
              <a:solidFill>
                <a:srgbClr val="FF0000"/>
              </a:solidFill>
            </a:rPr>
            <a:t>!("{ }")</a:t>
          </a:r>
          <a:r>
            <a:rPr lang="en-US" sz="2000" b="0" i="0" dirty="0"/>
            <a:t> syntax cannot be used to display values in a tuple. This is because a tuple is a compound type. Use the </a:t>
          </a:r>
          <a:r>
            <a:rPr lang="en-US" sz="2000" b="0" i="1" dirty="0" err="1">
              <a:solidFill>
                <a:srgbClr val="FF0000"/>
              </a:solidFill>
            </a:rPr>
            <a:t>println</a:t>
          </a:r>
          <a:r>
            <a:rPr lang="en-US" sz="2000" b="0" i="1" dirty="0">
              <a:solidFill>
                <a:srgbClr val="FF0000"/>
              </a:solidFill>
            </a:rPr>
            <a:t>!("{:?}")</a:t>
          </a:r>
          <a:r>
            <a:rPr lang="en-US" sz="2000" b="0" i="0" dirty="0"/>
            <a:t> syntax to print values in a tuple.</a:t>
          </a:r>
        </a:p>
      </dgm:t>
    </dgm:pt>
    <dgm:pt modelId="{D1CB22D9-151B-40FB-8FEE-31B7498AD482}" type="parTrans" cxnId="{112512D5-10E2-48B0-A0B5-B9A674BB64C5}">
      <dgm:prSet/>
      <dgm:spPr/>
      <dgm:t>
        <a:bodyPr/>
        <a:lstStyle/>
        <a:p>
          <a:endParaRPr lang="en-US" sz="2000"/>
        </a:p>
      </dgm:t>
    </dgm:pt>
    <dgm:pt modelId="{278345AC-2009-477C-9EDD-A4050AC856D1}" type="sibTrans" cxnId="{112512D5-10E2-48B0-A0B5-B9A674BB64C5}">
      <dgm:prSet/>
      <dgm:spPr/>
      <dgm:t>
        <a:bodyPr/>
        <a:lstStyle/>
        <a:p>
          <a:endParaRPr lang="en-US" sz="2000"/>
        </a:p>
      </dgm:t>
    </dgm:pt>
    <dgm:pt modelId="{6CF063B1-2669-4770-926D-8BA273057DC6}" type="pres">
      <dgm:prSet presAssocID="{BB71EEBF-8B78-459D-A605-E714EB1B777E}" presName="vert0" presStyleCnt="0">
        <dgm:presLayoutVars>
          <dgm:dir/>
          <dgm:animOne val="branch"/>
          <dgm:animLvl val="lvl"/>
        </dgm:presLayoutVars>
      </dgm:prSet>
      <dgm:spPr/>
    </dgm:pt>
    <dgm:pt modelId="{CB871717-1C24-4C24-BE64-A0DBA3E6EEA9}" type="pres">
      <dgm:prSet presAssocID="{3570C419-E875-4A30-AA9C-174F09B913BE}" presName="thickLine" presStyleLbl="alignNode1" presStyleIdx="0" presStyleCnt="4"/>
      <dgm:spPr/>
    </dgm:pt>
    <dgm:pt modelId="{47554A18-8A13-410A-962D-282E7C3524EA}" type="pres">
      <dgm:prSet presAssocID="{3570C419-E875-4A30-AA9C-174F09B913BE}" presName="horz1" presStyleCnt="0"/>
      <dgm:spPr/>
    </dgm:pt>
    <dgm:pt modelId="{4E7AB7B2-4C37-4681-9ECA-D2ACAAAD9B16}" type="pres">
      <dgm:prSet presAssocID="{3570C419-E875-4A30-AA9C-174F09B913BE}" presName="tx1" presStyleLbl="revTx" presStyleIdx="0" presStyleCnt="4"/>
      <dgm:spPr/>
    </dgm:pt>
    <dgm:pt modelId="{5F0F1837-88F6-4A79-BE6A-A5EAEB2B6632}" type="pres">
      <dgm:prSet presAssocID="{3570C419-E875-4A30-AA9C-174F09B913BE}" presName="vert1" presStyleCnt="0"/>
      <dgm:spPr/>
    </dgm:pt>
    <dgm:pt modelId="{58B29B85-9107-41F2-A3DE-F856F4A67C34}" type="pres">
      <dgm:prSet presAssocID="{C0071E3F-8132-471A-9FFC-32989CCE58E5}" presName="thickLine" presStyleLbl="alignNode1" presStyleIdx="1" presStyleCnt="4"/>
      <dgm:spPr/>
    </dgm:pt>
    <dgm:pt modelId="{E253D5CF-2EA8-4492-9208-40E3BB669833}" type="pres">
      <dgm:prSet presAssocID="{C0071E3F-8132-471A-9FFC-32989CCE58E5}" presName="horz1" presStyleCnt="0"/>
      <dgm:spPr/>
    </dgm:pt>
    <dgm:pt modelId="{E2499F21-C893-465E-AF49-6A2F61938CDC}" type="pres">
      <dgm:prSet presAssocID="{C0071E3F-8132-471A-9FFC-32989CCE58E5}" presName="tx1" presStyleLbl="revTx" presStyleIdx="1" presStyleCnt="4"/>
      <dgm:spPr/>
    </dgm:pt>
    <dgm:pt modelId="{B79E0C59-0D7B-472A-8081-37E52FB36B04}" type="pres">
      <dgm:prSet presAssocID="{C0071E3F-8132-471A-9FFC-32989CCE58E5}" presName="vert1" presStyleCnt="0"/>
      <dgm:spPr/>
    </dgm:pt>
    <dgm:pt modelId="{4901E331-48BD-4029-A76C-19C369452B9B}" type="pres">
      <dgm:prSet presAssocID="{4BC9EC8A-18C1-4576-983D-8917F173CF48}" presName="thickLine" presStyleLbl="alignNode1" presStyleIdx="2" presStyleCnt="4"/>
      <dgm:spPr/>
    </dgm:pt>
    <dgm:pt modelId="{7B4B8167-64DE-4167-BDCC-0519E557441D}" type="pres">
      <dgm:prSet presAssocID="{4BC9EC8A-18C1-4576-983D-8917F173CF48}" presName="horz1" presStyleCnt="0"/>
      <dgm:spPr/>
    </dgm:pt>
    <dgm:pt modelId="{63EAA58C-A338-4A60-8E8D-054D4597478D}" type="pres">
      <dgm:prSet presAssocID="{4BC9EC8A-18C1-4576-983D-8917F173CF48}" presName="tx1" presStyleLbl="revTx" presStyleIdx="2" presStyleCnt="4"/>
      <dgm:spPr/>
    </dgm:pt>
    <dgm:pt modelId="{DEB091D6-4E5A-46A8-99E1-D353246D8E66}" type="pres">
      <dgm:prSet presAssocID="{4BC9EC8A-18C1-4576-983D-8917F173CF48}" presName="vert1" presStyleCnt="0"/>
      <dgm:spPr/>
    </dgm:pt>
    <dgm:pt modelId="{6B1DD320-D9A5-4D78-AF37-2B1237B4146C}" type="pres">
      <dgm:prSet presAssocID="{9E4C69C2-F7D4-4284-8A89-921047700915}" presName="thickLine" presStyleLbl="alignNode1" presStyleIdx="3" presStyleCnt="4"/>
      <dgm:spPr/>
    </dgm:pt>
    <dgm:pt modelId="{3BE35462-E9C4-46FA-BEC5-DFB34E8C1512}" type="pres">
      <dgm:prSet presAssocID="{9E4C69C2-F7D4-4284-8A89-921047700915}" presName="horz1" presStyleCnt="0"/>
      <dgm:spPr/>
    </dgm:pt>
    <dgm:pt modelId="{F334783D-2996-4CFE-AFCF-3F44BF969AE4}" type="pres">
      <dgm:prSet presAssocID="{9E4C69C2-F7D4-4284-8A89-921047700915}" presName="tx1" presStyleLbl="revTx" presStyleIdx="3" presStyleCnt="4"/>
      <dgm:spPr/>
    </dgm:pt>
    <dgm:pt modelId="{AE89FAC2-EDE7-4373-84F9-4DE6D1BCAC7D}" type="pres">
      <dgm:prSet presAssocID="{9E4C69C2-F7D4-4284-8A89-921047700915}" presName="vert1" presStyleCnt="0"/>
      <dgm:spPr/>
    </dgm:pt>
  </dgm:ptLst>
  <dgm:cxnLst>
    <dgm:cxn modelId="{0A472408-87C4-4BDF-B4A2-BDA03B3B5F64}" srcId="{BB71EEBF-8B78-459D-A605-E714EB1B777E}" destId="{4BC9EC8A-18C1-4576-983D-8917F173CF48}" srcOrd="2" destOrd="0" parTransId="{694E99A4-6F9A-4259-A43D-E7A056CF99A8}" sibTransId="{BC8F280C-60BD-48C0-930A-128F8AA7E77A}"/>
    <dgm:cxn modelId="{B9444009-4A02-40DF-8833-0D4F7EBC204B}" srcId="{BB71EEBF-8B78-459D-A605-E714EB1B777E}" destId="{3570C419-E875-4A30-AA9C-174F09B913BE}" srcOrd="0" destOrd="0" parTransId="{43ABC761-335D-47E1-BC66-EC6B3ECE5040}" sibTransId="{E7E7207C-4992-482B-A16E-EB1DCB7EC2D8}"/>
    <dgm:cxn modelId="{8B9C9F12-4F04-4ACB-BF41-C751EECDD061}" srcId="{BB71EEBF-8B78-459D-A605-E714EB1B777E}" destId="{C0071E3F-8132-471A-9FFC-32989CCE58E5}" srcOrd="1" destOrd="0" parTransId="{CC4E23E3-588A-4181-B6F6-EAC64F620273}" sibTransId="{1BE4E0EE-7292-4A50-9E3E-E87BFD843B18}"/>
    <dgm:cxn modelId="{8D8D632C-57BE-4A87-9B78-7A4658DD0858}" type="presOf" srcId="{3570C419-E875-4A30-AA9C-174F09B913BE}" destId="{4E7AB7B2-4C37-4681-9ECA-D2ACAAAD9B16}" srcOrd="0" destOrd="0" presId="urn:microsoft.com/office/officeart/2008/layout/LinedList"/>
    <dgm:cxn modelId="{ADBF846E-06D1-43AB-AFE7-60B587AE0E7C}" type="presOf" srcId="{C0071E3F-8132-471A-9FFC-32989CCE58E5}" destId="{E2499F21-C893-465E-AF49-6A2F61938CDC}" srcOrd="0" destOrd="0" presId="urn:microsoft.com/office/officeart/2008/layout/LinedList"/>
    <dgm:cxn modelId="{B670CA57-2E58-44CC-B4D0-D201ADF89AAA}" type="presOf" srcId="{4BC9EC8A-18C1-4576-983D-8917F173CF48}" destId="{63EAA58C-A338-4A60-8E8D-054D4597478D}" srcOrd="0" destOrd="0" presId="urn:microsoft.com/office/officeart/2008/layout/LinedList"/>
    <dgm:cxn modelId="{112512D5-10E2-48B0-A0B5-B9A674BB64C5}" srcId="{BB71EEBF-8B78-459D-A605-E714EB1B777E}" destId="{9E4C69C2-F7D4-4284-8A89-921047700915}" srcOrd="3" destOrd="0" parTransId="{D1CB22D9-151B-40FB-8FEE-31B7498AD482}" sibTransId="{278345AC-2009-477C-9EDD-A4050AC856D1}"/>
    <dgm:cxn modelId="{FA746DDD-A826-4C5E-A2CF-CC2A572B0C93}" type="presOf" srcId="{9E4C69C2-F7D4-4284-8A89-921047700915}" destId="{F334783D-2996-4CFE-AFCF-3F44BF969AE4}" srcOrd="0" destOrd="0" presId="urn:microsoft.com/office/officeart/2008/layout/LinedList"/>
    <dgm:cxn modelId="{BE2DAFEF-2C8C-4B19-9076-AB4C6922DF51}" type="presOf" srcId="{BB71EEBF-8B78-459D-A605-E714EB1B777E}" destId="{6CF063B1-2669-4770-926D-8BA273057DC6}" srcOrd="0" destOrd="0" presId="urn:microsoft.com/office/officeart/2008/layout/LinedList"/>
    <dgm:cxn modelId="{5BF67B10-38A9-4302-AF5C-8B7DD2277167}" type="presParOf" srcId="{6CF063B1-2669-4770-926D-8BA273057DC6}" destId="{CB871717-1C24-4C24-BE64-A0DBA3E6EEA9}" srcOrd="0" destOrd="0" presId="urn:microsoft.com/office/officeart/2008/layout/LinedList"/>
    <dgm:cxn modelId="{7AFFE742-EB99-4BE2-BCE5-D7CA6CB6904E}" type="presParOf" srcId="{6CF063B1-2669-4770-926D-8BA273057DC6}" destId="{47554A18-8A13-410A-962D-282E7C3524EA}" srcOrd="1" destOrd="0" presId="urn:microsoft.com/office/officeart/2008/layout/LinedList"/>
    <dgm:cxn modelId="{B22ADFD6-5125-4344-B53B-BB2815D8CFF1}" type="presParOf" srcId="{47554A18-8A13-410A-962D-282E7C3524EA}" destId="{4E7AB7B2-4C37-4681-9ECA-D2ACAAAD9B16}" srcOrd="0" destOrd="0" presId="urn:microsoft.com/office/officeart/2008/layout/LinedList"/>
    <dgm:cxn modelId="{8024FD60-79A5-4FFE-A3D9-8071534E11E2}" type="presParOf" srcId="{47554A18-8A13-410A-962D-282E7C3524EA}" destId="{5F0F1837-88F6-4A79-BE6A-A5EAEB2B6632}" srcOrd="1" destOrd="0" presId="urn:microsoft.com/office/officeart/2008/layout/LinedList"/>
    <dgm:cxn modelId="{F20E000F-6D5B-41CA-9DDA-C333C6EE5C02}" type="presParOf" srcId="{6CF063B1-2669-4770-926D-8BA273057DC6}" destId="{58B29B85-9107-41F2-A3DE-F856F4A67C34}" srcOrd="2" destOrd="0" presId="urn:microsoft.com/office/officeart/2008/layout/LinedList"/>
    <dgm:cxn modelId="{0B259EB4-2CF3-4591-A864-BBCCC99480AF}" type="presParOf" srcId="{6CF063B1-2669-4770-926D-8BA273057DC6}" destId="{E253D5CF-2EA8-4492-9208-40E3BB669833}" srcOrd="3" destOrd="0" presId="urn:microsoft.com/office/officeart/2008/layout/LinedList"/>
    <dgm:cxn modelId="{8DB6EED4-1243-4560-A336-B7A0ED5783C6}" type="presParOf" srcId="{E253D5CF-2EA8-4492-9208-40E3BB669833}" destId="{E2499F21-C893-465E-AF49-6A2F61938CDC}" srcOrd="0" destOrd="0" presId="urn:microsoft.com/office/officeart/2008/layout/LinedList"/>
    <dgm:cxn modelId="{EF8DFF29-8A99-4E8B-A8C2-BC2C02226921}" type="presParOf" srcId="{E253D5CF-2EA8-4492-9208-40E3BB669833}" destId="{B79E0C59-0D7B-472A-8081-37E52FB36B04}" srcOrd="1" destOrd="0" presId="urn:microsoft.com/office/officeart/2008/layout/LinedList"/>
    <dgm:cxn modelId="{45A2F782-4E3B-453C-98D8-1D750B7EA646}" type="presParOf" srcId="{6CF063B1-2669-4770-926D-8BA273057DC6}" destId="{4901E331-48BD-4029-A76C-19C369452B9B}" srcOrd="4" destOrd="0" presId="urn:microsoft.com/office/officeart/2008/layout/LinedList"/>
    <dgm:cxn modelId="{76936545-34D9-41F0-A44C-177BD6B03905}" type="presParOf" srcId="{6CF063B1-2669-4770-926D-8BA273057DC6}" destId="{7B4B8167-64DE-4167-BDCC-0519E557441D}" srcOrd="5" destOrd="0" presId="urn:microsoft.com/office/officeart/2008/layout/LinedList"/>
    <dgm:cxn modelId="{0BF7F1CD-04F1-4C34-822B-7AC4058EF9E5}" type="presParOf" srcId="{7B4B8167-64DE-4167-BDCC-0519E557441D}" destId="{63EAA58C-A338-4A60-8E8D-054D4597478D}" srcOrd="0" destOrd="0" presId="urn:microsoft.com/office/officeart/2008/layout/LinedList"/>
    <dgm:cxn modelId="{8809D7EE-63DA-465E-92AD-C9A622D7386A}" type="presParOf" srcId="{7B4B8167-64DE-4167-BDCC-0519E557441D}" destId="{DEB091D6-4E5A-46A8-99E1-D353246D8E66}" srcOrd="1" destOrd="0" presId="urn:microsoft.com/office/officeart/2008/layout/LinedList"/>
    <dgm:cxn modelId="{1D679BD4-01EA-408D-842D-68830291DFE2}" type="presParOf" srcId="{6CF063B1-2669-4770-926D-8BA273057DC6}" destId="{6B1DD320-D9A5-4D78-AF37-2B1237B4146C}" srcOrd="6" destOrd="0" presId="urn:microsoft.com/office/officeart/2008/layout/LinedList"/>
    <dgm:cxn modelId="{F1FEEB5A-B51A-41BA-9D2B-D6689521BC4C}" type="presParOf" srcId="{6CF063B1-2669-4770-926D-8BA273057DC6}" destId="{3BE35462-E9C4-46FA-BEC5-DFB34E8C1512}" srcOrd="7" destOrd="0" presId="urn:microsoft.com/office/officeart/2008/layout/LinedList"/>
    <dgm:cxn modelId="{91118477-939D-4AE2-BCF7-53C8E61C9904}" type="presParOf" srcId="{3BE35462-E9C4-46FA-BEC5-DFB34E8C1512}" destId="{F334783D-2996-4CFE-AFCF-3F44BF969AE4}" srcOrd="0" destOrd="0" presId="urn:microsoft.com/office/officeart/2008/layout/LinedList"/>
    <dgm:cxn modelId="{DA0989CD-6685-458C-A65A-4A8A1C23FF35}" type="presParOf" srcId="{3BE35462-E9C4-46FA-BEC5-DFB34E8C1512}" destId="{AE89FAC2-EDE7-4373-84F9-4DE6D1BCAC7D}"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CF34B468-A363-48CD-B9D6-4E60A1F10012}" type="doc">
      <dgm:prSet loTypeId="urn:microsoft.com/office/officeart/2008/layout/VerticalAccentList" loCatId="list" qsTypeId="urn:microsoft.com/office/officeart/2005/8/quickstyle/simple1" qsCatId="simple" csTypeId="urn:microsoft.com/office/officeart/2005/8/colors/accent1_2" csCatId="accent1" phldr="1"/>
      <dgm:spPr/>
      <dgm:t>
        <a:bodyPr/>
        <a:lstStyle/>
        <a:p>
          <a:endParaRPr lang="en-US"/>
        </a:p>
      </dgm:t>
    </dgm:pt>
    <dgm:pt modelId="{FA4DF0CC-CB56-428C-9129-89AF5E12FF24}">
      <dgm:prSet phldrT="[Text]" custT="1"/>
      <dgm:spPr/>
      <dgm:t>
        <a:bodyPr/>
        <a:lstStyle/>
        <a:p>
          <a:pPr>
            <a:lnSpc>
              <a:spcPct val="100000"/>
            </a:lnSpc>
          </a:pPr>
          <a:r>
            <a:rPr lang="en-US" sz="1800" b="0" i="0" dirty="0"/>
            <a:t>In Rust, a tuple is </a:t>
          </a:r>
          <a:r>
            <a:rPr lang="en-US" sz="1800" b="0" i="0" dirty="0">
              <a:solidFill>
                <a:srgbClr val="FF0000"/>
              </a:solidFill>
            </a:rPr>
            <a:t>immutable</a:t>
          </a:r>
          <a:r>
            <a:rPr lang="en-US" sz="1800" b="0" i="0" dirty="0"/>
            <a:t>, which means we cannot change its elements once it is created. However, we can create </a:t>
          </a:r>
          <a:r>
            <a:rPr lang="en-US" sz="1800" b="0" i="0" dirty="0">
              <a:solidFill>
                <a:srgbClr val="FF0000"/>
              </a:solidFill>
            </a:rPr>
            <a:t>a mutable </a:t>
          </a:r>
          <a:r>
            <a:rPr lang="en-US" sz="1800" b="0" i="0" dirty="0"/>
            <a:t>tuple by using the </a:t>
          </a:r>
          <a:r>
            <a:rPr lang="en-US" sz="1800" b="0" i="1" dirty="0" err="1">
              <a:solidFill>
                <a:srgbClr val="FF0000"/>
              </a:solidFill>
            </a:rPr>
            <a:t>mut</a:t>
          </a:r>
          <a:r>
            <a:rPr lang="en-US" sz="1800" b="0" i="0" dirty="0"/>
            <a:t> keyword before assigning it to a variable.</a:t>
          </a:r>
          <a:endParaRPr lang="en-US" sz="1800" dirty="0"/>
        </a:p>
      </dgm:t>
    </dgm:pt>
    <dgm:pt modelId="{7835108C-D9B7-4254-B1DB-D88CFB56E7CF}" type="parTrans" cxnId="{C173BCCB-0EFB-4532-9A4B-C3D67ACCBE13}">
      <dgm:prSet/>
      <dgm:spPr/>
      <dgm:t>
        <a:bodyPr/>
        <a:lstStyle/>
        <a:p>
          <a:endParaRPr lang="en-US"/>
        </a:p>
      </dgm:t>
    </dgm:pt>
    <dgm:pt modelId="{12294405-2231-453F-86F9-8CDADD79AE70}" type="sibTrans" cxnId="{C173BCCB-0EFB-4532-9A4B-C3D67ACCBE13}">
      <dgm:prSet/>
      <dgm:spPr/>
      <dgm:t>
        <a:bodyPr/>
        <a:lstStyle/>
        <a:p>
          <a:endParaRPr lang="en-US"/>
        </a:p>
      </dgm:t>
    </dgm:pt>
    <dgm:pt modelId="{E4E242DE-E4CB-47EA-9153-77F01EE95039}" type="pres">
      <dgm:prSet presAssocID="{CF34B468-A363-48CD-B9D6-4E60A1F10012}" presName="Name0" presStyleCnt="0">
        <dgm:presLayoutVars>
          <dgm:chMax/>
          <dgm:chPref/>
          <dgm:dir/>
        </dgm:presLayoutVars>
      </dgm:prSet>
      <dgm:spPr/>
    </dgm:pt>
    <dgm:pt modelId="{FCB7B2FA-9E95-4F5C-9339-9A3123F4BF66}" type="pres">
      <dgm:prSet presAssocID="{FA4DF0CC-CB56-428C-9129-89AF5E12FF24}" presName="parenttextcomposite" presStyleCnt="0"/>
      <dgm:spPr/>
    </dgm:pt>
    <dgm:pt modelId="{CA223E5D-66D5-4BBB-AFCE-D9F3E4F303FD}" type="pres">
      <dgm:prSet presAssocID="{FA4DF0CC-CB56-428C-9129-89AF5E12FF24}" presName="parenttext" presStyleLbl="revTx" presStyleIdx="0" presStyleCnt="1" custScaleX="110496">
        <dgm:presLayoutVars>
          <dgm:chMax/>
          <dgm:chPref val="2"/>
          <dgm:bulletEnabled val="1"/>
        </dgm:presLayoutVars>
      </dgm:prSet>
      <dgm:spPr/>
    </dgm:pt>
    <dgm:pt modelId="{C6CE90DF-3997-496F-95CA-750BF0666E6D}" type="pres">
      <dgm:prSet presAssocID="{FA4DF0CC-CB56-428C-9129-89AF5E12FF24}" presName="parallelogramComposite" presStyleCnt="0"/>
      <dgm:spPr/>
    </dgm:pt>
    <dgm:pt modelId="{2C6411BA-3D48-4A68-802F-016ECE4087B3}" type="pres">
      <dgm:prSet presAssocID="{FA4DF0CC-CB56-428C-9129-89AF5E12FF24}" presName="parallelogram1" presStyleLbl="alignNode1" presStyleIdx="0" presStyleCnt="7"/>
      <dgm:spPr/>
    </dgm:pt>
    <dgm:pt modelId="{D3E6DD8D-ADB6-42BB-A16E-76E494F4683B}" type="pres">
      <dgm:prSet presAssocID="{FA4DF0CC-CB56-428C-9129-89AF5E12FF24}" presName="parallelogram2" presStyleLbl="alignNode1" presStyleIdx="1" presStyleCnt="7"/>
      <dgm:spPr/>
    </dgm:pt>
    <dgm:pt modelId="{11DE026A-05EA-4D8B-B3F0-FC3CE78FAD18}" type="pres">
      <dgm:prSet presAssocID="{FA4DF0CC-CB56-428C-9129-89AF5E12FF24}" presName="parallelogram3" presStyleLbl="alignNode1" presStyleIdx="2" presStyleCnt="7"/>
      <dgm:spPr/>
    </dgm:pt>
    <dgm:pt modelId="{CCFF31A8-A76B-4911-86A6-6F23606D7EEF}" type="pres">
      <dgm:prSet presAssocID="{FA4DF0CC-CB56-428C-9129-89AF5E12FF24}" presName="parallelogram4" presStyleLbl="alignNode1" presStyleIdx="3" presStyleCnt="7"/>
      <dgm:spPr/>
    </dgm:pt>
    <dgm:pt modelId="{696E0080-747C-4415-9D01-672B955BBE04}" type="pres">
      <dgm:prSet presAssocID="{FA4DF0CC-CB56-428C-9129-89AF5E12FF24}" presName="parallelogram5" presStyleLbl="alignNode1" presStyleIdx="4" presStyleCnt="7"/>
      <dgm:spPr/>
    </dgm:pt>
    <dgm:pt modelId="{C4A5825E-48D9-4833-A457-5FD520673C71}" type="pres">
      <dgm:prSet presAssocID="{FA4DF0CC-CB56-428C-9129-89AF5E12FF24}" presName="parallelogram6" presStyleLbl="alignNode1" presStyleIdx="5" presStyleCnt="7"/>
      <dgm:spPr/>
    </dgm:pt>
    <dgm:pt modelId="{0EE94E8D-E992-4838-B1AC-B0E40CCF4BA1}" type="pres">
      <dgm:prSet presAssocID="{FA4DF0CC-CB56-428C-9129-89AF5E12FF24}" presName="parallelogram7" presStyleLbl="alignNode1" presStyleIdx="6" presStyleCnt="7"/>
      <dgm:spPr/>
    </dgm:pt>
  </dgm:ptLst>
  <dgm:cxnLst>
    <dgm:cxn modelId="{D6559038-2FF2-469D-9429-B3314A8C0D56}" type="presOf" srcId="{FA4DF0CC-CB56-428C-9129-89AF5E12FF24}" destId="{CA223E5D-66D5-4BBB-AFCE-D9F3E4F303FD}" srcOrd="0" destOrd="0" presId="urn:microsoft.com/office/officeart/2008/layout/VerticalAccentList"/>
    <dgm:cxn modelId="{C173BCCB-0EFB-4532-9A4B-C3D67ACCBE13}" srcId="{CF34B468-A363-48CD-B9D6-4E60A1F10012}" destId="{FA4DF0CC-CB56-428C-9129-89AF5E12FF24}" srcOrd="0" destOrd="0" parTransId="{7835108C-D9B7-4254-B1DB-D88CFB56E7CF}" sibTransId="{12294405-2231-453F-86F9-8CDADD79AE70}"/>
    <dgm:cxn modelId="{E23EE4F6-18FC-403C-9A8F-F76C2B430043}" type="presOf" srcId="{CF34B468-A363-48CD-B9D6-4E60A1F10012}" destId="{E4E242DE-E4CB-47EA-9153-77F01EE95039}" srcOrd="0" destOrd="0" presId="urn:microsoft.com/office/officeart/2008/layout/VerticalAccentList"/>
    <dgm:cxn modelId="{9C841A94-EA3B-440D-8C94-5564CD819B0E}" type="presParOf" srcId="{E4E242DE-E4CB-47EA-9153-77F01EE95039}" destId="{FCB7B2FA-9E95-4F5C-9339-9A3123F4BF66}" srcOrd="0" destOrd="0" presId="urn:microsoft.com/office/officeart/2008/layout/VerticalAccentList"/>
    <dgm:cxn modelId="{70479A0E-4A05-4DB7-9A06-2AF0E9966C0A}" type="presParOf" srcId="{FCB7B2FA-9E95-4F5C-9339-9A3123F4BF66}" destId="{CA223E5D-66D5-4BBB-AFCE-D9F3E4F303FD}" srcOrd="0" destOrd="0" presId="urn:microsoft.com/office/officeart/2008/layout/VerticalAccentList"/>
    <dgm:cxn modelId="{4C649486-FC9C-4A0F-BB5F-511A2F46F59B}" type="presParOf" srcId="{E4E242DE-E4CB-47EA-9153-77F01EE95039}" destId="{C6CE90DF-3997-496F-95CA-750BF0666E6D}" srcOrd="1" destOrd="0" presId="urn:microsoft.com/office/officeart/2008/layout/VerticalAccentList"/>
    <dgm:cxn modelId="{7C05DBC6-34D4-4C2D-8933-5F461D44C79A}" type="presParOf" srcId="{C6CE90DF-3997-496F-95CA-750BF0666E6D}" destId="{2C6411BA-3D48-4A68-802F-016ECE4087B3}" srcOrd="0" destOrd="0" presId="urn:microsoft.com/office/officeart/2008/layout/VerticalAccentList"/>
    <dgm:cxn modelId="{49BF4D38-B2ED-46F0-ABA2-15BDCF24A001}" type="presParOf" srcId="{C6CE90DF-3997-496F-95CA-750BF0666E6D}" destId="{D3E6DD8D-ADB6-42BB-A16E-76E494F4683B}" srcOrd="1" destOrd="0" presId="urn:microsoft.com/office/officeart/2008/layout/VerticalAccentList"/>
    <dgm:cxn modelId="{03127961-11C2-45F7-A0C5-C78150AADEF7}" type="presParOf" srcId="{C6CE90DF-3997-496F-95CA-750BF0666E6D}" destId="{11DE026A-05EA-4D8B-B3F0-FC3CE78FAD18}" srcOrd="2" destOrd="0" presId="urn:microsoft.com/office/officeart/2008/layout/VerticalAccentList"/>
    <dgm:cxn modelId="{22CEFA09-57D5-4B36-B546-247EEAB28C46}" type="presParOf" srcId="{C6CE90DF-3997-496F-95CA-750BF0666E6D}" destId="{CCFF31A8-A76B-4911-86A6-6F23606D7EEF}" srcOrd="3" destOrd="0" presId="urn:microsoft.com/office/officeart/2008/layout/VerticalAccentList"/>
    <dgm:cxn modelId="{217B901B-268A-43E2-A0E0-CCF00F557C2C}" type="presParOf" srcId="{C6CE90DF-3997-496F-95CA-750BF0666E6D}" destId="{696E0080-747C-4415-9D01-672B955BBE04}" srcOrd="4" destOrd="0" presId="urn:microsoft.com/office/officeart/2008/layout/VerticalAccentList"/>
    <dgm:cxn modelId="{CF606307-922E-454F-8BAF-6E2E49B20988}" type="presParOf" srcId="{C6CE90DF-3997-496F-95CA-750BF0666E6D}" destId="{C4A5825E-48D9-4833-A457-5FD520673C71}" srcOrd="5" destOrd="0" presId="urn:microsoft.com/office/officeart/2008/layout/VerticalAccentList"/>
    <dgm:cxn modelId="{FCA592E9-053B-4282-B77A-7FE95CF7ABE5}" type="presParOf" srcId="{C6CE90DF-3997-496F-95CA-750BF0666E6D}" destId="{0EE94E8D-E992-4838-B1AC-B0E40CCF4BA1}" srcOrd="6" destOrd="0" presId="urn:microsoft.com/office/officeart/2008/layout/VerticalAccent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CF34B468-A363-48CD-B9D6-4E60A1F10012}" type="doc">
      <dgm:prSet loTypeId="urn:microsoft.com/office/officeart/2008/layout/VerticalAccentList" loCatId="list" qsTypeId="urn:microsoft.com/office/officeart/2005/8/quickstyle/simple1" qsCatId="simple" csTypeId="urn:microsoft.com/office/officeart/2005/8/colors/accent1_2" csCatId="accent1" phldr="1"/>
      <dgm:spPr/>
      <dgm:t>
        <a:bodyPr/>
        <a:lstStyle/>
        <a:p>
          <a:endParaRPr lang="en-US"/>
        </a:p>
      </dgm:t>
    </dgm:pt>
    <dgm:pt modelId="{FA4DF0CC-CB56-428C-9129-89AF5E12FF24}">
      <dgm:prSet phldrT="[Text]" custT="1"/>
      <dgm:spPr/>
      <dgm:t>
        <a:bodyPr/>
        <a:lstStyle/>
        <a:p>
          <a:pPr>
            <a:lnSpc>
              <a:spcPct val="100000"/>
            </a:lnSpc>
          </a:pPr>
          <a:r>
            <a:rPr lang="en-US" sz="1800" b="0" i="0" dirty="0"/>
            <a:t>A tuple can be passed by value to functions</a:t>
          </a:r>
          <a:endParaRPr lang="en-US" sz="1800" dirty="0"/>
        </a:p>
      </dgm:t>
    </dgm:pt>
    <dgm:pt modelId="{7835108C-D9B7-4254-B1DB-D88CFB56E7CF}" type="parTrans" cxnId="{C173BCCB-0EFB-4532-9A4B-C3D67ACCBE13}">
      <dgm:prSet/>
      <dgm:spPr/>
      <dgm:t>
        <a:bodyPr/>
        <a:lstStyle/>
        <a:p>
          <a:endParaRPr lang="en-US"/>
        </a:p>
      </dgm:t>
    </dgm:pt>
    <dgm:pt modelId="{12294405-2231-453F-86F9-8CDADD79AE70}" type="sibTrans" cxnId="{C173BCCB-0EFB-4532-9A4B-C3D67ACCBE13}">
      <dgm:prSet/>
      <dgm:spPr/>
      <dgm:t>
        <a:bodyPr/>
        <a:lstStyle/>
        <a:p>
          <a:endParaRPr lang="en-US"/>
        </a:p>
      </dgm:t>
    </dgm:pt>
    <dgm:pt modelId="{E4E242DE-E4CB-47EA-9153-77F01EE95039}" type="pres">
      <dgm:prSet presAssocID="{CF34B468-A363-48CD-B9D6-4E60A1F10012}" presName="Name0" presStyleCnt="0">
        <dgm:presLayoutVars>
          <dgm:chMax/>
          <dgm:chPref/>
          <dgm:dir/>
        </dgm:presLayoutVars>
      </dgm:prSet>
      <dgm:spPr/>
    </dgm:pt>
    <dgm:pt modelId="{FCB7B2FA-9E95-4F5C-9339-9A3123F4BF66}" type="pres">
      <dgm:prSet presAssocID="{FA4DF0CC-CB56-428C-9129-89AF5E12FF24}" presName="parenttextcomposite" presStyleCnt="0"/>
      <dgm:spPr/>
    </dgm:pt>
    <dgm:pt modelId="{CA223E5D-66D5-4BBB-AFCE-D9F3E4F303FD}" type="pres">
      <dgm:prSet presAssocID="{FA4DF0CC-CB56-428C-9129-89AF5E12FF24}" presName="parenttext" presStyleLbl="revTx" presStyleIdx="0" presStyleCnt="1" custScaleX="110496">
        <dgm:presLayoutVars>
          <dgm:chMax/>
          <dgm:chPref val="2"/>
          <dgm:bulletEnabled val="1"/>
        </dgm:presLayoutVars>
      </dgm:prSet>
      <dgm:spPr/>
    </dgm:pt>
    <dgm:pt modelId="{C6CE90DF-3997-496F-95CA-750BF0666E6D}" type="pres">
      <dgm:prSet presAssocID="{FA4DF0CC-CB56-428C-9129-89AF5E12FF24}" presName="parallelogramComposite" presStyleCnt="0"/>
      <dgm:spPr/>
    </dgm:pt>
    <dgm:pt modelId="{2C6411BA-3D48-4A68-802F-016ECE4087B3}" type="pres">
      <dgm:prSet presAssocID="{FA4DF0CC-CB56-428C-9129-89AF5E12FF24}" presName="parallelogram1" presStyleLbl="alignNode1" presStyleIdx="0" presStyleCnt="7"/>
      <dgm:spPr/>
    </dgm:pt>
    <dgm:pt modelId="{D3E6DD8D-ADB6-42BB-A16E-76E494F4683B}" type="pres">
      <dgm:prSet presAssocID="{FA4DF0CC-CB56-428C-9129-89AF5E12FF24}" presName="parallelogram2" presStyleLbl="alignNode1" presStyleIdx="1" presStyleCnt="7"/>
      <dgm:spPr/>
    </dgm:pt>
    <dgm:pt modelId="{11DE026A-05EA-4D8B-B3F0-FC3CE78FAD18}" type="pres">
      <dgm:prSet presAssocID="{FA4DF0CC-CB56-428C-9129-89AF5E12FF24}" presName="parallelogram3" presStyleLbl="alignNode1" presStyleIdx="2" presStyleCnt="7"/>
      <dgm:spPr/>
    </dgm:pt>
    <dgm:pt modelId="{CCFF31A8-A76B-4911-86A6-6F23606D7EEF}" type="pres">
      <dgm:prSet presAssocID="{FA4DF0CC-CB56-428C-9129-89AF5E12FF24}" presName="parallelogram4" presStyleLbl="alignNode1" presStyleIdx="3" presStyleCnt="7"/>
      <dgm:spPr/>
    </dgm:pt>
    <dgm:pt modelId="{696E0080-747C-4415-9D01-672B955BBE04}" type="pres">
      <dgm:prSet presAssocID="{FA4DF0CC-CB56-428C-9129-89AF5E12FF24}" presName="parallelogram5" presStyleLbl="alignNode1" presStyleIdx="4" presStyleCnt="7"/>
      <dgm:spPr/>
    </dgm:pt>
    <dgm:pt modelId="{C4A5825E-48D9-4833-A457-5FD520673C71}" type="pres">
      <dgm:prSet presAssocID="{FA4DF0CC-CB56-428C-9129-89AF5E12FF24}" presName="parallelogram6" presStyleLbl="alignNode1" presStyleIdx="5" presStyleCnt="7"/>
      <dgm:spPr/>
    </dgm:pt>
    <dgm:pt modelId="{0EE94E8D-E992-4838-B1AC-B0E40CCF4BA1}" type="pres">
      <dgm:prSet presAssocID="{FA4DF0CC-CB56-428C-9129-89AF5E12FF24}" presName="parallelogram7" presStyleLbl="alignNode1" presStyleIdx="6" presStyleCnt="7"/>
      <dgm:spPr/>
    </dgm:pt>
  </dgm:ptLst>
  <dgm:cxnLst>
    <dgm:cxn modelId="{D6559038-2FF2-469D-9429-B3314A8C0D56}" type="presOf" srcId="{FA4DF0CC-CB56-428C-9129-89AF5E12FF24}" destId="{CA223E5D-66D5-4BBB-AFCE-D9F3E4F303FD}" srcOrd="0" destOrd="0" presId="urn:microsoft.com/office/officeart/2008/layout/VerticalAccentList"/>
    <dgm:cxn modelId="{C173BCCB-0EFB-4532-9A4B-C3D67ACCBE13}" srcId="{CF34B468-A363-48CD-B9D6-4E60A1F10012}" destId="{FA4DF0CC-CB56-428C-9129-89AF5E12FF24}" srcOrd="0" destOrd="0" parTransId="{7835108C-D9B7-4254-B1DB-D88CFB56E7CF}" sibTransId="{12294405-2231-453F-86F9-8CDADD79AE70}"/>
    <dgm:cxn modelId="{E23EE4F6-18FC-403C-9A8F-F76C2B430043}" type="presOf" srcId="{CF34B468-A363-48CD-B9D6-4E60A1F10012}" destId="{E4E242DE-E4CB-47EA-9153-77F01EE95039}" srcOrd="0" destOrd="0" presId="urn:microsoft.com/office/officeart/2008/layout/VerticalAccentList"/>
    <dgm:cxn modelId="{9C841A94-EA3B-440D-8C94-5564CD819B0E}" type="presParOf" srcId="{E4E242DE-E4CB-47EA-9153-77F01EE95039}" destId="{FCB7B2FA-9E95-4F5C-9339-9A3123F4BF66}" srcOrd="0" destOrd="0" presId="urn:microsoft.com/office/officeart/2008/layout/VerticalAccentList"/>
    <dgm:cxn modelId="{70479A0E-4A05-4DB7-9A06-2AF0E9966C0A}" type="presParOf" srcId="{FCB7B2FA-9E95-4F5C-9339-9A3123F4BF66}" destId="{CA223E5D-66D5-4BBB-AFCE-D9F3E4F303FD}" srcOrd="0" destOrd="0" presId="urn:microsoft.com/office/officeart/2008/layout/VerticalAccentList"/>
    <dgm:cxn modelId="{4C649486-FC9C-4A0F-BB5F-511A2F46F59B}" type="presParOf" srcId="{E4E242DE-E4CB-47EA-9153-77F01EE95039}" destId="{C6CE90DF-3997-496F-95CA-750BF0666E6D}" srcOrd="1" destOrd="0" presId="urn:microsoft.com/office/officeart/2008/layout/VerticalAccentList"/>
    <dgm:cxn modelId="{7C05DBC6-34D4-4C2D-8933-5F461D44C79A}" type="presParOf" srcId="{C6CE90DF-3997-496F-95CA-750BF0666E6D}" destId="{2C6411BA-3D48-4A68-802F-016ECE4087B3}" srcOrd="0" destOrd="0" presId="urn:microsoft.com/office/officeart/2008/layout/VerticalAccentList"/>
    <dgm:cxn modelId="{49BF4D38-B2ED-46F0-ABA2-15BDCF24A001}" type="presParOf" srcId="{C6CE90DF-3997-496F-95CA-750BF0666E6D}" destId="{D3E6DD8D-ADB6-42BB-A16E-76E494F4683B}" srcOrd="1" destOrd="0" presId="urn:microsoft.com/office/officeart/2008/layout/VerticalAccentList"/>
    <dgm:cxn modelId="{03127961-11C2-45F7-A0C5-C78150AADEF7}" type="presParOf" srcId="{C6CE90DF-3997-496F-95CA-750BF0666E6D}" destId="{11DE026A-05EA-4D8B-B3F0-FC3CE78FAD18}" srcOrd="2" destOrd="0" presId="urn:microsoft.com/office/officeart/2008/layout/VerticalAccentList"/>
    <dgm:cxn modelId="{22CEFA09-57D5-4B36-B546-247EEAB28C46}" type="presParOf" srcId="{C6CE90DF-3997-496F-95CA-750BF0666E6D}" destId="{CCFF31A8-A76B-4911-86A6-6F23606D7EEF}" srcOrd="3" destOrd="0" presId="urn:microsoft.com/office/officeart/2008/layout/VerticalAccentList"/>
    <dgm:cxn modelId="{217B901B-268A-43E2-A0E0-CCF00F557C2C}" type="presParOf" srcId="{C6CE90DF-3997-496F-95CA-750BF0666E6D}" destId="{696E0080-747C-4415-9D01-672B955BBE04}" srcOrd="4" destOrd="0" presId="urn:microsoft.com/office/officeart/2008/layout/VerticalAccentList"/>
    <dgm:cxn modelId="{CF606307-922E-454F-8BAF-6E2E49B20988}" type="presParOf" srcId="{C6CE90DF-3997-496F-95CA-750BF0666E6D}" destId="{C4A5825E-48D9-4833-A457-5FD520673C71}" srcOrd="5" destOrd="0" presId="urn:microsoft.com/office/officeart/2008/layout/VerticalAccentList"/>
    <dgm:cxn modelId="{FCA592E9-053B-4282-B77A-7FE95CF7ABE5}" type="presParOf" srcId="{C6CE90DF-3997-496F-95CA-750BF0666E6D}" destId="{0EE94E8D-E992-4838-B1AC-B0E40CCF4BA1}" srcOrd="6" destOrd="0" presId="urn:microsoft.com/office/officeart/2008/layout/VerticalAccent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CF34B468-A363-48CD-B9D6-4E60A1F10012}" type="doc">
      <dgm:prSet loTypeId="urn:microsoft.com/office/officeart/2008/layout/VerticalAccentList" loCatId="list" qsTypeId="urn:microsoft.com/office/officeart/2005/8/quickstyle/simple1" qsCatId="simple" csTypeId="urn:microsoft.com/office/officeart/2005/8/colors/accent1_2" csCatId="accent1" phldr="1"/>
      <dgm:spPr/>
      <dgm:t>
        <a:bodyPr/>
        <a:lstStyle/>
        <a:p>
          <a:endParaRPr lang="en-US"/>
        </a:p>
      </dgm:t>
    </dgm:pt>
    <dgm:pt modelId="{FA4DF0CC-CB56-428C-9129-89AF5E12FF24}">
      <dgm:prSet phldrT="[Text]" custT="1"/>
      <dgm:spPr/>
      <dgm:t>
        <a:bodyPr/>
        <a:lstStyle/>
        <a:p>
          <a:pPr>
            <a:lnSpc>
              <a:spcPct val="100000"/>
            </a:lnSpc>
          </a:pPr>
          <a:r>
            <a:rPr lang="en-US" sz="1800" b="0" i="0" dirty="0"/>
            <a:t>We can break down tuples into smaller variables in Rust, known as </a:t>
          </a:r>
          <a:r>
            <a:rPr lang="en-US" sz="1800" b="0" i="0" dirty="0" err="1"/>
            <a:t>destructuring</a:t>
          </a:r>
          <a:r>
            <a:rPr lang="en-US" sz="1800" b="0" i="0" dirty="0"/>
            <a:t>.</a:t>
          </a:r>
          <a:endParaRPr lang="en-US" sz="1800" dirty="0"/>
        </a:p>
      </dgm:t>
    </dgm:pt>
    <dgm:pt modelId="{7835108C-D9B7-4254-B1DB-D88CFB56E7CF}" type="parTrans" cxnId="{C173BCCB-0EFB-4532-9A4B-C3D67ACCBE13}">
      <dgm:prSet/>
      <dgm:spPr/>
      <dgm:t>
        <a:bodyPr/>
        <a:lstStyle/>
        <a:p>
          <a:endParaRPr lang="en-US"/>
        </a:p>
      </dgm:t>
    </dgm:pt>
    <dgm:pt modelId="{12294405-2231-453F-86F9-8CDADD79AE70}" type="sibTrans" cxnId="{C173BCCB-0EFB-4532-9A4B-C3D67ACCBE13}">
      <dgm:prSet/>
      <dgm:spPr/>
      <dgm:t>
        <a:bodyPr/>
        <a:lstStyle/>
        <a:p>
          <a:endParaRPr lang="en-US"/>
        </a:p>
      </dgm:t>
    </dgm:pt>
    <dgm:pt modelId="{E4E242DE-E4CB-47EA-9153-77F01EE95039}" type="pres">
      <dgm:prSet presAssocID="{CF34B468-A363-48CD-B9D6-4E60A1F10012}" presName="Name0" presStyleCnt="0">
        <dgm:presLayoutVars>
          <dgm:chMax/>
          <dgm:chPref/>
          <dgm:dir/>
        </dgm:presLayoutVars>
      </dgm:prSet>
      <dgm:spPr/>
    </dgm:pt>
    <dgm:pt modelId="{FCB7B2FA-9E95-4F5C-9339-9A3123F4BF66}" type="pres">
      <dgm:prSet presAssocID="{FA4DF0CC-CB56-428C-9129-89AF5E12FF24}" presName="parenttextcomposite" presStyleCnt="0"/>
      <dgm:spPr/>
    </dgm:pt>
    <dgm:pt modelId="{CA223E5D-66D5-4BBB-AFCE-D9F3E4F303FD}" type="pres">
      <dgm:prSet presAssocID="{FA4DF0CC-CB56-428C-9129-89AF5E12FF24}" presName="parenttext" presStyleLbl="revTx" presStyleIdx="0" presStyleCnt="1" custScaleX="110496">
        <dgm:presLayoutVars>
          <dgm:chMax/>
          <dgm:chPref val="2"/>
          <dgm:bulletEnabled val="1"/>
        </dgm:presLayoutVars>
      </dgm:prSet>
      <dgm:spPr/>
    </dgm:pt>
    <dgm:pt modelId="{C6CE90DF-3997-496F-95CA-750BF0666E6D}" type="pres">
      <dgm:prSet presAssocID="{FA4DF0CC-CB56-428C-9129-89AF5E12FF24}" presName="parallelogramComposite" presStyleCnt="0"/>
      <dgm:spPr/>
    </dgm:pt>
    <dgm:pt modelId="{2C6411BA-3D48-4A68-802F-016ECE4087B3}" type="pres">
      <dgm:prSet presAssocID="{FA4DF0CC-CB56-428C-9129-89AF5E12FF24}" presName="parallelogram1" presStyleLbl="alignNode1" presStyleIdx="0" presStyleCnt="7"/>
      <dgm:spPr/>
    </dgm:pt>
    <dgm:pt modelId="{D3E6DD8D-ADB6-42BB-A16E-76E494F4683B}" type="pres">
      <dgm:prSet presAssocID="{FA4DF0CC-CB56-428C-9129-89AF5E12FF24}" presName="parallelogram2" presStyleLbl="alignNode1" presStyleIdx="1" presStyleCnt="7"/>
      <dgm:spPr/>
    </dgm:pt>
    <dgm:pt modelId="{11DE026A-05EA-4D8B-B3F0-FC3CE78FAD18}" type="pres">
      <dgm:prSet presAssocID="{FA4DF0CC-CB56-428C-9129-89AF5E12FF24}" presName="parallelogram3" presStyleLbl="alignNode1" presStyleIdx="2" presStyleCnt="7"/>
      <dgm:spPr/>
    </dgm:pt>
    <dgm:pt modelId="{CCFF31A8-A76B-4911-86A6-6F23606D7EEF}" type="pres">
      <dgm:prSet presAssocID="{FA4DF0CC-CB56-428C-9129-89AF5E12FF24}" presName="parallelogram4" presStyleLbl="alignNode1" presStyleIdx="3" presStyleCnt="7"/>
      <dgm:spPr/>
    </dgm:pt>
    <dgm:pt modelId="{696E0080-747C-4415-9D01-672B955BBE04}" type="pres">
      <dgm:prSet presAssocID="{FA4DF0CC-CB56-428C-9129-89AF5E12FF24}" presName="parallelogram5" presStyleLbl="alignNode1" presStyleIdx="4" presStyleCnt="7"/>
      <dgm:spPr/>
    </dgm:pt>
    <dgm:pt modelId="{C4A5825E-48D9-4833-A457-5FD520673C71}" type="pres">
      <dgm:prSet presAssocID="{FA4DF0CC-CB56-428C-9129-89AF5E12FF24}" presName="parallelogram6" presStyleLbl="alignNode1" presStyleIdx="5" presStyleCnt="7"/>
      <dgm:spPr/>
    </dgm:pt>
    <dgm:pt modelId="{0EE94E8D-E992-4838-B1AC-B0E40CCF4BA1}" type="pres">
      <dgm:prSet presAssocID="{FA4DF0CC-CB56-428C-9129-89AF5E12FF24}" presName="parallelogram7" presStyleLbl="alignNode1" presStyleIdx="6" presStyleCnt="7"/>
      <dgm:spPr/>
    </dgm:pt>
  </dgm:ptLst>
  <dgm:cxnLst>
    <dgm:cxn modelId="{D6559038-2FF2-469D-9429-B3314A8C0D56}" type="presOf" srcId="{FA4DF0CC-CB56-428C-9129-89AF5E12FF24}" destId="{CA223E5D-66D5-4BBB-AFCE-D9F3E4F303FD}" srcOrd="0" destOrd="0" presId="urn:microsoft.com/office/officeart/2008/layout/VerticalAccentList"/>
    <dgm:cxn modelId="{C173BCCB-0EFB-4532-9A4B-C3D67ACCBE13}" srcId="{CF34B468-A363-48CD-B9D6-4E60A1F10012}" destId="{FA4DF0CC-CB56-428C-9129-89AF5E12FF24}" srcOrd="0" destOrd="0" parTransId="{7835108C-D9B7-4254-B1DB-D88CFB56E7CF}" sibTransId="{12294405-2231-453F-86F9-8CDADD79AE70}"/>
    <dgm:cxn modelId="{E23EE4F6-18FC-403C-9A8F-F76C2B430043}" type="presOf" srcId="{CF34B468-A363-48CD-B9D6-4E60A1F10012}" destId="{E4E242DE-E4CB-47EA-9153-77F01EE95039}" srcOrd="0" destOrd="0" presId="urn:microsoft.com/office/officeart/2008/layout/VerticalAccentList"/>
    <dgm:cxn modelId="{9C841A94-EA3B-440D-8C94-5564CD819B0E}" type="presParOf" srcId="{E4E242DE-E4CB-47EA-9153-77F01EE95039}" destId="{FCB7B2FA-9E95-4F5C-9339-9A3123F4BF66}" srcOrd="0" destOrd="0" presId="urn:microsoft.com/office/officeart/2008/layout/VerticalAccentList"/>
    <dgm:cxn modelId="{70479A0E-4A05-4DB7-9A06-2AF0E9966C0A}" type="presParOf" srcId="{FCB7B2FA-9E95-4F5C-9339-9A3123F4BF66}" destId="{CA223E5D-66D5-4BBB-AFCE-D9F3E4F303FD}" srcOrd="0" destOrd="0" presId="urn:microsoft.com/office/officeart/2008/layout/VerticalAccentList"/>
    <dgm:cxn modelId="{4C649486-FC9C-4A0F-BB5F-511A2F46F59B}" type="presParOf" srcId="{E4E242DE-E4CB-47EA-9153-77F01EE95039}" destId="{C6CE90DF-3997-496F-95CA-750BF0666E6D}" srcOrd="1" destOrd="0" presId="urn:microsoft.com/office/officeart/2008/layout/VerticalAccentList"/>
    <dgm:cxn modelId="{7C05DBC6-34D4-4C2D-8933-5F461D44C79A}" type="presParOf" srcId="{C6CE90DF-3997-496F-95CA-750BF0666E6D}" destId="{2C6411BA-3D48-4A68-802F-016ECE4087B3}" srcOrd="0" destOrd="0" presId="urn:microsoft.com/office/officeart/2008/layout/VerticalAccentList"/>
    <dgm:cxn modelId="{49BF4D38-B2ED-46F0-ABA2-15BDCF24A001}" type="presParOf" srcId="{C6CE90DF-3997-496F-95CA-750BF0666E6D}" destId="{D3E6DD8D-ADB6-42BB-A16E-76E494F4683B}" srcOrd="1" destOrd="0" presId="urn:microsoft.com/office/officeart/2008/layout/VerticalAccentList"/>
    <dgm:cxn modelId="{03127961-11C2-45F7-A0C5-C78150AADEF7}" type="presParOf" srcId="{C6CE90DF-3997-496F-95CA-750BF0666E6D}" destId="{11DE026A-05EA-4D8B-B3F0-FC3CE78FAD18}" srcOrd="2" destOrd="0" presId="urn:microsoft.com/office/officeart/2008/layout/VerticalAccentList"/>
    <dgm:cxn modelId="{22CEFA09-57D5-4B36-B546-247EEAB28C46}" type="presParOf" srcId="{C6CE90DF-3997-496F-95CA-750BF0666E6D}" destId="{CCFF31A8-A76B-4911-86A6-6F23606D7EEF}" srcOrd="3" destOrd="0" presId="urn:microsoft.com/office/officeart/2008/layout/VerticalAccentList"/>
    <dgm:cxn modelId="{217B901B-268A-43E2-A0E0-CCF00F557C2C}" type="presParOf" srcId="{C6CE90DF-3997-496F-95CA-750BF0666E6D}" destId="{696E0080-747C-4415-9D01-672B955BBE04}" srcOrd="4" destOrd="0" presId="urn:microsoft.com/office/officeart/2008/layout/VerticalAccentList"/>
    <dgm:cxn modelId="{CF606307-922E-454F-8BAF-6E2E49B20988}" type="presParOf" srcId="{C6CE90DF-3997-496F-95CA-750BF0666E6D}" destId="{C4A5825E-48D9-4833-A457-5FD520673C71}" srcOrd="5" destOrd="0" presId="urn:microsoft.com/office/officeart/2008/layout/VerticalAccentList"/>
    <dgm:cxn modelId="{FCA592E9-053B-4282-B77A-7FE95CF7ABE5}" type="presParOf" srcId="{C6CE90DF-3997-496F-95CA-750BF0666E6D}" destId="{0EE94E8D-E992-4838-B1AC-B0E40CCF4BA1}" srcOrd="6" destOrd="0" presId="urn:microsoft.com/office/officeart/2008/layout/VerticalAccent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BB71EEBF-8B78-459D-A605-E714EB1B777E}" type="doc">
      <dgm:prSet loTypeId="urn:microsoft.com/office/officeart/2005/8/layout/chevron2" loCatId="list" qsTypeId="urn:microsoft.com/office/officeart/2005/8/quickstyle/simple1" qsCatId="simple" csTypeId="urn:microsoft.com/office/officeart/2005/8/colors/accent1_2" csCatId="accent1" phldr="1"/>
      <dgm:spPr/>
      <dgm:t>
        <a:bodyPr/>
        <a:lstStyle/>
        <a:p>
          <a:endParaRPr lang="en-US"/>
        </a:p>
      </dgm:t>
    </dgm:pt>
    <dgm:pt modelId="{3570C419-E875-4A30-AA9C-174F09B913BE}">
      <dgm:prSet phldrT="[Text]" custT="1"/>
      <dgm:spPr/>
      <dgm:t>
        <a:bodyPr/>
        <a:lstStyle/>
        <a:p>
          <a:r>
            <a:rPr lang="en-US" sz="2000" b="0" i="0" dirty="0"/>
            <a:t>A slice is a pointer to a block of memory. </a:t>
          </a:r>
          <a:endParaRPr lang="en-US" sz="2000" b="0" dirty="0"/>
        </a:p>
      </dgm:t>
    </dgm:pt>
    <dgm:pt modelId="{E7E7207C-4992-482B-A16E-EB1DCB7EC2D8}" type="sibTrans" cxnId="{B9444009-4A02-40DF-8833-0D4F7EBC204B}">
      <dgm:prSet/>
      <dgm:spPr/>
      <dgm:t>
        <a:bodyPr/>
        <a:lstStyle/>
        <a:p>
          <a:endParaRPr lang="en-US" sz="2000" b="0"/>
        </a:p>
      </dgm:t>
    </dgm:pt>
    <dgm:pt modelId="{43ABC761-335D-47E1-BC66-EC6B3ECE5040}" type="parTrans" cxnId="{B9444009-4A02-40DF-8833-0D4F7EBC204B}">
      <dgm:prSet/>
      <dgm:spPr/>
      <dgm:t>
        <a:bodyPr/>
        <a:lstStyle/>
        <a:p>
          <a:endParaRPr lang="en-US" sz="2000" b="0"/>
        </a:p>
      </dgm:t>
    </dgm:pt>
    <dgm:pt modelId="{E044477B-B5D4-4669-BAEB-632EAEE4A921}">
      <dgm:prSet custT="1"/>
      <dgm:spPr/>
      <dgm:t>
        <a:bodyPr/>
        <a:lstStyle/>
        <a:p>
          <a:r>
            <a:rPr lang="en-US" sz="2000" b="0" i="0" dirty="0"/>
            <a:t>Slices can be used to access portions of data stored in contiguous memory blocks. </a:t>
          </a:r>
        </a:p>
      </dgm:t>
    </dgm:pt>
    <dgm:pt modelId="{A715AD66-F0A8-484C-85EC-FEE6C53F1D4F}" type="parTrans" cxnId="{41B7429E-E515-4F05-BAD8-205E117BED69}">
      <dgm:prSet/>
      <dgm:spPr/>
      <dgm:t>
        <a:bodyPr/>
        <a:lstStyle/>
        <a:p>
          <a:endParaRPr lang="en-US"/>
        </a:p>
      </dgm:t>
    </dgm:pt>
    <dgm:pt modelId="{CDE3C7EB-969F-4CD2-9091-5A176C49FCD1}" type="sibTrans" cxnId="{41B7429E-E515-4F05-BAD8-205E117BED69}">
      <dgm:prSet/>
      <dgm:spPr/>
      <dgm:t>
        <a:bodyPr/>
        <a:lstStyle/>
        <a:p>
          <a:endParaRPr lang="en-US"/>
        </a:p>
      </dgm:t>
    </dgm:pt>
    <dgm:pt modelId="{D72D645D-E8A1-4426-AD13-BC39CF4C1C67}">
      <dgm:prSet custT="1"/>
      <dgm:spPr/>
      <dgm:t>
        <a:bodyPr/>
        <a:lstStyle/>
        <a:p>
          <a:r>
            <a:rPr lang="en-US" sz="2000" b="0" i="0" dirty="0"/>
            <a:t>It can be used with data structures like arrays, vectors and strings. </a:t>
          </a:r>
        </a:p>
      </dgm:t>
    </dgm:pt>
    <dgm:pt modelId="{64CE015A-E48E-4964-9CD0-2E53F1F54A1B}" type="parTrans" cxnId="{417F9F0D-4AF5-494C-9278-186BA39DE2E8}">
      <dgm:prSet/>
      <dgm:spPr/>
      <dgm:t>
        <a:bodyPr/>
        <a:lstStyle/>
        <a:p>
          <a:endParaRPr lang="en-US"/>
        </a:p>
      </dgm:t>
    </dgm:pt>
    <dgm:pt modelId="{A2B9721B-4956-47B7-A5B2-344890AAB4E6}" type="sibTrans" cxnId="{417F9F0D-4AF5-494C-9278-186BA39DE2E8}">
      <dgm:prSet/>
      <dgm:spPr/>
      <dgm:t>
        <a:bodyPr/>
        <a:lstStyle/>
        <a:p>
          <a:endParaRPr lang="en-US"/>
        </a:p>
      </dgm:t>
    </dgm:pt>
    <dgm:pt modelId="{100E02A1-E4E7-41F4-9449-4097D0592746}">
      <dgm:prSet custT="1"/>
      <dgm:spPr/>
      <dgm:t>
        <a:bodyPr/>
        <a:lstStyle/>
        <a:p>
          <a:r>
            <a:rPr lang="en-US" sz="2000" b="0" i="0" dirty="0"/>
            <a:t>Slices use index numbers to access portions of data. The size of a slice is determined at runtime.</a:t>
          </a:r>
        </a:p>
      </dgm:t>
    </dgm:pt>
    <dgm:pt modelId="{02AB876A-8684-49BE-BBB9-4F0CAB257868}" type="parTrans" cxnId="{ADA112A0-CC1D-4576-B175-1721AA1918B3}">
      <dgm:prSet/>
      <dgm:spPr/>
      <dgm:t>
        <a:bodyPr/>
        <a:lstStyle/>
        <a:p>
          <a:endParaRPr lang="en-US"/>
        </a:p>
      </dgm:t>
    </dgm:pt>
    <dgm:pt modelId="{7E01A033-4DF6-4704-BCCC-BFBE0E3F3181}" type="sibTrans" cxnId="{ADA112A0-CC1D-4576-B175-1721AA1918B3}">
      <dgm:prSet/>
      <dgm:spPr/>
      <dgm:t>
        <a:bodyPr/>
        <a:lstStyle/>
        <a:p>
          <a:endParaRPr lang="en-US"/>
        </a:p>
      </dgm:t>
    </dgm:pt>
    <dgm:pt modelId="{CC8CC09E-5363-43C7-A58B-708F441A7332}">
      <dgm:prSet custT="1"/>
      <dgm:spPr/>
      <dgm:t>
        <a:bodyPr/>
        <a:lstStyle/>
        <a:p>
          <a:r>
            <a:rPr lang="en-US" sz="2000" b="0" i="0" dirty="0"/>
            <a:t>Slices are pointers to the actual data. They are passed by reference to functions, which is also known as borrowing.</a:t>
          </a:r>
        </a:p>
      </dgm:t>
    </dgm:pt>
    <dgm:pt modelId="{C1BC1E43-A1D4-47A2-956A-51E2010D627B}" type="parTrans" cxnId="{1D30E17D-B8BB-41E2-82BA-380AAE78F220}">
      <dgm:prSet/>
      <dgm:spPr/>
      <dgm:t>
        <a:bodyPr/>
        <a:lstStyle/>
        <a:p>
          <a:endParaRPr lang="en-US"/>
        </a:p>
      </dgm:t>
    </dgm:pt>
    <dgm:pt modelId="{AF646B05-21DC-42FB-B50B-78677095395E}" type="sibTrans" cxnId="{1D30E17D-B8BB-41E2-82BA-380AAE78F220}">
      <dgm:prSet/>
      <dgm:spPr/>
      <dgm:t>
        <a:bodyPr/>
        <a:lstStyle/>
        <a:p>
          <a:endParaRPr lang="en-US"/>
        </a:p>
      </dgm:t>
    </dgm:pt>
    <dgm:pt modelId="{127203E4-1D70-4D8E-A70F-1201568E69E1}">
      <dgm:prSet phldrT="[Text]" custT="1"/>
      <dgm:spPr/>
      <dgm:t>
        <a:bodyPr/>
        <a:lstStyle/>
        <a:p>
          <a:endParaRPr lang="en-US" sz="2000" b="0" dirty="0"/>
        </a:p>
      </dgm:t>
    </dgm:pt>
    <dgm:pt modelId="{031BFB73-9CEC-4AAB-8C31-ACC56679D5A7}" type="parTrans" cxnId="{9833CE06-84FC-4F3E-8B37-39F641A5293D}">
      <dgm:prSet/>
      <dgm:spPr/>
      <dgm:t>
        <a:bodyPr/>
        <a:lstStyle/>
        <a:p>
          <a:endParaRPr lang="en-US"/>
        </a:p>
      </dgm:t>
    </dgm:pt>
    <dgm:pt modelId="{DBD31AF8-90CE-4F94-9702-458135521021}" type="sibTrans" cxnId="{9833CE06-84FC-4F3E-8B37-39F641A5293D}">
      <dgm:prSet/>
      <dgm:spPr/>
      <dgm:t>
        <a:bodyPr/>
        <a:lstStyle/>
        <a:p>
          <a:endParaRPr lang="en-US"/>
        </a:p>
      </dgm:t>
    </dgm:pt>
    <dgm:pt modelId="{6E072FC0-AA2B-4D21-BE7C-6132DFCA82C5}">
      <dgm:prSet custT="1"/>
      <dgm:spPr/>
      <dgm:t>
        <a:bodyPr/>
        <a:lstStyle/>
        <a:p>
          <a:endParaRPr lang="en-US" sz="2000" b="0" i="0" dirty="0"/>
        </a:p>
      </dgm:t>
    </dgm:pt>
    <dgm:pt modelId="{3B3E20BF-A6FD-4A62-892B-8FBD2EEDE716}" type="parTrans" cxnId="{5563D4BF-A5B9-47BA-B0F6-0586960794DD}">
      <dgm:prSet/>
      <dgm:spPr/>
      <dgm:t>
        <a:bodyPr/>
        <a:lstStyle/>
        <a:p>
          <a:endParaRPr lang="en-US"/>
        </a:p>
      </dgm:t>
    </dgm:pt>
    <dgm:pt modelId="{EA714F6C-573C-43DF-8D0E-0E47302D5717}" type="sibTrans" cxnId="{5563D4BF-A5B9-47BA-B0F6-0586960794DD}">
      <dgm:prSet/>
      <dgm:spPr/>
      <dgm:t>
        <a:bodyPr/>
        <a:lstStyle/>
        <a:p>
          <a:endParaRPr lang="en-US"/>
        </a:p>
      </dgm:t>
    </dgm:pt>
    <dgm:pt modelId="{09D5D917-26B1-4C57-95A6-FC83150A6EFE}">
      <dgm:prSet custT="1"/>
      <dgm:spPr/>
      <dgm:t>
        <a:bodyPr/>
        <a:lstStyle/>
        <a:p>
          <a:endParaRPr lang="en-US" sz="2000" b="0" i="0" dirty="0"/>
        </a:p>
      </dgm:t>
    </dgm:pt>
    <dgm:pt modelId="{DB8C7C17-F875-4C86-B4E9-D84618697C49}" type="parTrans" cxnId="{CF1359F7-BFD5-41BD-A4BF-391452F07BB8}">
      <dgm:prSet/>
      <dgm:spPr/>
      <dgm:t>
        <a:bodyPr/>
        <a:lstStyle/>
        <a:p>
          <a:endParaRPr lang="en-US"/>
        </a:p>
      </dgm:t>
    </dgm:pt>
    <dgm:pt modelId="{2DEDA026-AC6D-4E57-9CE7-D725A26001D6}" type="sibTrans" cxnId="{CF1359F7-BFD5-41BD-A4BF-391452F07BB8}">
      <dgm:prSet/>
      <dgm:spPr/>
      <dgm:t>
        <a:bodyPr/>
        <a:lstStyle/>
        <a:p>
          <a:endParaRPr lang="en-US"/>
        </a:p>
      </dgm:t>
    </dgm:pt>
    <dgm:pt modelId="{483BF0DC-7109-4B59-B052-D2987CF29C4A}">
      <dgm:prSet custT="1"/>
      <dgm:spPr/>
      <dgm:t>
        <a:bodyPr/>
        <a:lstStyle/>
        <a:p>
          <a:endParaRPr lang="en-US" sz="2000" b="0" i="0" dirty="0"/>
        </a:p>
      </dgm:t>
    </dgm:pt>
    <dgm:pt modelId="{CC0039E3-098E-4C26-82AA-353DBBA88144}" type="parTrans" cxnId="{EA163530-2980-4D44-81F3-4686BEEB9504}">
      <dgm:prSet/>
      <dgm:spPr/>
      <dgm:t>
        <a:bodyPr/>
        <a:lstStyle/>
        <a:p>
          <a:endParaRPr lang="en-US"/>
        </a:p>
      </dgm:t>
    </dgm:pt>
    <dgm:pt modelId="{1A3CED81-79A2-4F4F-9760-DF00770F2A85}" type="sibTrans" cxnId="{EA163530-2980-4D44-81F3-4686BEEB9504}">
      <dgm:prSet/>
      <dgm:spPr/>
      <dgm:t>
        <a:bodyPr/>
        <a:lstStyle/>
        <a:p>
          <a:endParaRPr lang="en-US"/>
        </a:p>
      </dgm:t>
    </dgm:pt>
    <dgm:pt modelId="{BE268B3D-1752-4CC4-908D-E0DB120636FB}">
      <dgm:prSet custT="1"/>
      <dgm:spPr/>
      <dgm:t>
        <a:bodyPr/>
        <a:lstStyle/>
        <a:p>
          <a:endParaRPr lang="en-US" sz="2000" b="0" i="0" dirty="0"/>
        </a:p>
      </dgm:t>
    </dgm:pt>
    <dgm:pt modelId="{2B816D7B-85AB-4FE6-859E-CBD3E94074FE}" type="parTrans" cxnId="{BD051471-F5FA-499C-B05E-6B4D2730E45C}">
      <dgm:prSet/>
      <dgm:spPr/>
      <dgm:t>
        <a:bodyPr/>
        <a:lstStyle/>
        <a:p>
          <a:endParaRPr lang="en-US"/>
        </a:p>
      </dgm:t>
    </dgm:pt>
    <dgm:pt modelId="{2B7B7E90-46D1-45FC-AC3A-698BBFFBFFB9}" type="sibTrans" cxnId="{BD051471-F5FA-499C-B05E-6B4D2730E45C}">
      <dgm:prSet/>
      <dgm:spPr/>
      <dgm:t>
        <a:bodyPr/>
        <a:lstStyle/>
        <a:p>
          <a:endParaRPr lang="en-US"/>
        </a:p>
      </dgm:t>
    </dgm:pt>
    <dgm:pt modelId="{82FD46AE-1EFE-4185-9619-59E291B90366}" type="pres">
      <dgm:prSet presAssocID="{BB71EEBF-8B78-459D-A605-E714EB1B777E}" presName="linearFlow" presStyleCnt="0">
        <dgm:presLayoutVars>
          <dgm:dir/>
          <dgm:animLvl val="lvl"/>
          <dgm:resizeHandles val="exact"/>
        </dgm:presLayoutVars>
      </dgm:prSet>
      <dgm:spPr/>
    </dgm:pt>
    <dgm:pt modelId="{C46F7114-4A34-40B6-8290-A0833FCC0A4F}" type="pres">
      <dgm:prSet presAssocID="{127203E4-1D70-4D8E-A70F-1201568E69E1}" presName="composite" presStyleCnt="0"/>
      <dgm:spPr/>
    </dgm:pt>
    <dgm:pt modelId="{700A56DD-9CF8-403F-A0FE-5DD690570AFA}" type="pres">
      <dgm:prSet presAssocID="{127203E4-1D70-4D8E-A70F-1201568E69E1}" presName="parentText" presStyleLbl="alignNode1" presStyleIdx="0" presStyleCnt="5">
        <dgm:presLayoutVars>
          <dgm:chMax val="1"/>
          <dgm:bulletEnabled val="1"/>
        </dgm:presLayoutVars>
      </dgm:prSet>
      <dgm:spPr/>
    </dgm:pt>
    <dgm:pt modelId="{15DBB221-C938-40C8-B8BD-B896E7060434}" type="pres">
      <dgm:prSet presAssocID="{127203E4-1D70-4D8E-A70F-1201568E69E1}" presName="descendantText" presStyleLbl="alignAcc1" presStyleIdx="0" presStyleCnt="5">
        <dgm:presLayoutVars>
          <dgm:bulletEnabled val="1"/>
        </dgm:presLayoutVars>
      </dgm:prSet>
      <dgm:spPr/>
    </dgm:pt>
    <dgm:pt modelId="{AFCB16A6-7340-47CC-A264-1B282145CE48}" type="pres">
      <dgm:prSet presAssocID="{DBD31AF8-90CE-4F94-9702-458135521021}" presName="sp" presStyleCnt="0"/>
      <dgm:spPr/>
    </dgm:pt>
    <dgm:pt modelId="{E9E9F542-E02E-4258-86E8-E2E5F9A8BC93}" type="pres">
      <dgm:prSet presAssocID="{6E072FC0-AA2B-4D21-BE7C-6132DFCA82C5}" presName="composite" presStyleCnt="0"/>
      <dgm:spPr/>
    </dgm:pt>
    <dgm:pt modelId="{27AC84B8-9797-493E-84D5-91C128D4D120}" type="pres">
      <dgm:prSet presAssocID="{6E072FC0-AA2B-4D21-BE7C-6132DFCA82C5}" presName="parentText" presStyleLbl="alignNode1" presStyleIdx="1" presStyleCnt="5">
        <dgm:presLayoutVars>
          <dgm:chMax val="1"/>
          <dgm:bulletEnabled val="1"/>
        </dgm:presLayoutVars>
      </dgm:prSet>
      <dgm:spPr/>
    </dgm:pt>
    <dgm:pt modelId="{809FEF79-CC88-4EF0-872C-B39C88AEF6AE}" type="pres">
      <dgm:prSet presAssocID="{6E072FC0-AA2B-4D21-BE7C-6132DFCA82C5}" presName="descendantText" presStyleLbl="alignAcc1" presStyleIdx="1" presStyleCnt="5">
        <dgm:presLayoutVars>
          <dgm:bulletEnabled val="1"/>
        </dgm:presLayoutVars>
      </dgm:prSet>
      <dgm:spPr/>
    </dgm:pt>
    <dgm:pt modelId="{902919A7-C234-4CE7-9B98-BD11C6340739}" type="pres">
      <dgm:prSet presAssocID="{EA714F6C-573C-43DF-8D0E-0E47302D5717}" presName="sp" presStyleCnt="0"/>
      <dgm:spPr/>
    </dgm:pt>
    <dgm:pt modelId="{7ED1B4F7-6D81-42BD-8D51-05508F86E6F1}" type="pres">
      <dgm:prSet presAssocID="{09D5D917-26B1-4C57-95A6-FC83150A6EFE}" presName="composite" presStyleCnt="0"/>
      <dgm:spPr/>
    </dgm:pt>
    <dgm:pt modelId="{8C578ED6-935A-4469-A563-AFDBF75C3739}" type="pres">
      <dgm:prSet presAssocID="{09D5D917-26B1-4C57-95A6-FC83150A6EFE}" presName="parentText" presStyleLbl="alignNode1" presStyleIdx="2" presStyleCnt="5">
        <dgm:presLayoutVars>
          <dgm:chMax val="1"/>
          <dgm:bulletEnabled val="1"/>
        </dgm:presLayoutVars>
      </dgm:prSet>
      <dgm:spPr/>
    </dgm:pt>
    <dgm:pt modelId="{0054A9C4-A80F-4158-B3D2-879928C20E57}" type="pres">
      <dgm:prSet presAssocID="{09D5D917-26B1-4C57-95A6-FC83150A6EFE}" presName="descendantText" presStyleLbl="alignAcc1" presStyleIdx="2" presStyleCnt="5">
        <dgm:presLayoutVars>
          <dgm:bulletEnabled val="1"/>
        </dgm:presLayoutVars>
      </dgm:prSet>
      <dgm:spPr/>
    </dgm:pt>
    <dgm:pt modelId="{0351E15E-590E-4E26-947F-658BA6A8E663}" type="pres">
      <dgm:prSet presAssocID="{2DEDA026-AC6D-4E57-9CE7-D725A26001D6}" presName="sp" presStyleCnt="0"/>
      <dgm:spPr/>
    </dgm:pt>
    <dgm:pt modelId="{0313EF56-ED86-4B4C-8606-3C0305478DAA}" type="pres">
      <dgm:prSet presAssocID="{483BF0DC-7109-4B59-B052-D2987CF29C4A}" presName="composite" presStyleCnt="0"/>
      <dgm:spPr/>
    </dgm:pt>
    <dgm:pt modelId="{F8EB4DC3-07CD-4168-B282-E6177C9F9C0F}" type="pres">
      <dgm:prSet presAssocID="{483BF0DC-7109-4B59-B052-D2987CF29C4A}" presName="parentText" presStyleLbl="alignNode1" presStyleIdx="3" presStyleCnt="5">
        <dgm:presLayoutVars>
          <dgm:chMax val="1"/>
          <dgm:bulletEnabled val="1"/>
        </dgm:presLayoutVars>
      </dgm:prSet>
      <dgm:spPr/>
    </dgm:pt>
    <dgm:pt modelId="{081BE9A7-8B86-40B5-8202-C4C2CB255C62}" type="pres">
      <dgm:prSet presAssocID="{483BF0DC-7109-4B59-B052-D2987CF29C4A}" presName="descendantText" presStyleLbl="alignAcc1" presStyleIdx="3" presStyleCnt="5">
        <dgm:presLayoutVars>
          <dgm:bulletEnabled val="1"/>
        </dgm:presLayoutVars>
      </dgm:prSet>
      <dgm:spPr/>
    </dgm:pt>
    <dgm:pt modelId="{F222664C-586C-478E-B082-442B3103A5C1}" type="pres">
      <dgm:prSet presAssocID="{1A3CED81-79A2-4F4F-9760-DF00770F2A85}" presName="sp" presStyleCnt="0"/>
      <dgm:spPr/>
    </dgm:pt>
    <dgm:pt modelId="{B63C5E39-01D9-4D1A-88FB-DD91C853C019}" type="pres">
      <dgm:prSet presAssocID="{BE268B3D-1752-4CC4-908D-E0DB120636FB}" presName="composite" presStyleCnt="0"/>
      <dgm:spPr/>
    </dgm:pt>
    <dgm:pt modelId="{C283936B-8488-4F48-B56A-7546278CAFAC}" type="pres">
      <dgm:prSet presAssocID="{BE268B3D-1752-4CC4-908D-E0DB120636FB}" presName="parentText" presStyleLbl="alignNode1" presStyleIdx="4" presStyleCnt="5">
        <dgm:presLayoutVars>
          <dgm:chMax val="1"/>
          <dgm:bulletEnabled val="1"/>
        </dgm:presLayoutVars>
      </dgm:prSet>
      <dgm:spPr/>
    </dgm:pt>
    <dgm:pt modelId="{7D95EBEA-45AC-41F1-8A3D-1560A5056631}" type="pres">
      <dgm:prSet presAssocID="{BE268B3D-1752-4CC4-908D-E0DB120636FB}" presName="descendantText" presStyleLbl="alignAcc1" presStyleIdx="4" presStyleCnt="5">
        <dgm:presLayoutVars>
          <dgm:bulletEnabled val="1"/>
        </dgm:presLayoutVars>
      </dgm:prSet>
      <dgm:spPr/>
    </dgm:pt>
  </dgm:ptLst>
  <dgm:cxnLst>
    <dgm:cxn modelId="{9833CE06-84FC-4F3E-8B37-39F641A5293D}" srcId="{BB71EEBF-8B78-459D-A605-E714EB1B777E}" destId="{127203E4-1D70-4D8E-A70F-1201568E69E1}" srcOrd="0" destOrd="0" parTransId="{031BFB73-9CEC-4AAB-8C31-ACC56679D5A7}" sibTransId="{DBD31AF8-90CE-4F94-9702-458135521021}"/>
    <dgm:cxn modelId="{B9444009-4A02-40DF-8833-0D4F7EBC204B}" srcId="{127203E4-1D70-4D8E-A70F-1201568E69E1}" destId="{3570C419-E875-4A30-AA9C-174F09B913BE}" srcOrd="0" destOrd="0" parTransId="{43ABC761-335D-47E1-BC66-EC6B3ECE5040}" sibTransId="{E7E7207C-4992-482B-A16E-EB1DCB7EC2D8}"/>
    <dgm:cxn modelId="{417F9F0D-4AF5-494C-9278-186BA39DE2E8}" srcId="{09D5D917-26B1-4C57-95A6-FC83150A6EFE}" destId="{D72D645D-E8A1-4426-AD13-BC39CF4C1C67}" srcOrd="0" destOrd="0" parTransId="{64CE015A-E48E-4964-9CD0-2E53F1F54A1B}" sibTransId="{A2B9721B-4956-47B7-A5B2-344890AAB4E6}"/>
    <dgm:cxn modelId="{D446031A-5420-484D-B13F-13355B5FAC41}" type="presOf" srcId="{3570C419-E875-4A30-AA9C-174F09B913BE}" destId="{15DBB221-C938-40C8-B8BD-B896E7060434}" srcOrd="0" destOrd="0" presId="urn:microsoft.com/office/officeart/2005/8/layout/chevron2"/>
    <dgm:cxn modelId="{BC6A8F1A-4EB7-4069-BC4C-956E609654F2}" type="presOf" srcId="{BE268B3D-1752-4CC4-908D-E0DB120636FB}" destId="{C283936B-8488-4F48-B56A-7546278CAFAC}" srcOrd="0" destOrd="0" presId="urn:microsoft.com/office/officeart/2005/8/layout/chevron2"/>
    <dgm:cxn modelId="{6D24E22F-CF7C-4631-B749-B74EF7294817}" type="presOf" srcId="{127203E4-1D70-4D8E-A70F-1201568E69E1}" destId="{700A56DD-9CF8-403F-A0FE-5DD690570AFA}" srcOrd="0" destOrd="0" presId="urn:microsoft.com/office/officeart/2005/8/layout/chevron2"/>
    <dgm:cxn modelId="{EA163530-2980-4D44-81F3-4686BEEB9504}" srcId="{BB71EEBF-8B78-459D-A605-E714EB1B777E}" destId="{483BF0DC-7109-4B59-B052-D2987CF29C4A}" srcOrd="3" destOrd="0" parTransId="{CC0039E3-098E-4C26-82AA-353DBBA88144}" sibTransId="{1A3CED81-79A2-4F4F-9760-DF00770F2A85}"/>
    <dgm:cxn modelId="{BD051471-F5FA-499C-B05E-6B4D2730E45C}" srcId="{BB71EEBF-8B78-459D-A605-E714EB1B777E}" destId="{BE268B3D-1752-4CC4-908D-E0DB120636FB}" srcOrd="4" destOrd="0" parTransId="{2B816D7B-85AB-4FE6-859E-CBD3E94074FE}" sibTransId="{2B7B7E90-46D1-45FC-AC3A-698BBFFBFFB9}"/>
    <dgm:cxn modelId="{1D30E17D-B8BB-41E2-82BA-380AAE78F220}" srcId="{BE268B3D-1752-4CC4-908D-E0DB120636FB}" destId="{CC8CC09E-5363-43C7-A58B-708F441A7332}" srcOrd="0" destOrd="0" parTransId="{C1BC1E43-A1D4-47A2-956A-51E2010D627B}" sibTransId="{AF646B05-21DC-42FB-B50B-78677095395E}"/>
    <dgm:cxn modelId="{758E338B-5055-4D8F-917F-157C72B1E67F}" type="presOf" srcId="{483BF0DC-7109-4B59-B052-D2987CF29C4A}" destId="{F8EB4DC3-07CD-4168-B282-E6177C9F9C0F}" srcOrd="0" destOrd="0" presId="urn:microsoft.com/office/officeart/2005/8/layout/chevron2"/>
    <dgm:cxn modelId="{E4FCAF8F-07BB-4722-918D-DA21F77E8492}" type="presOf" srcId="{E044477B-B5D4-4669-BAEB-632EAEE4A921}" destId="{809FEF79-CC88-4EF0-872C-B39C88AEF6AE}" srcOrd="0" destOrd="0" presId="urn:microsoft.com/office/officeart/2005/8/layout/chevron2"/>
    <dgm:cxn modelId="{41B7429E-E515-4F05-BAD8-205E117BED69}" srcId="{6E072FC0-AA2B-4D21-BE7C-6132DFCA82C5}" destId="{E044477B-B5D4-4669-BAEB-632EAEE4A921}" srcOrd="0" destOrd="0" parTransId="{A715AD66-F0A8-484C-85EC-FEE6C53F1D4F}" sibTransId="{CDE3C7EB-969F-4CD2-9091-5A176C49FCD1}"/>
    <dgm:cxn modelId="{ADA112A0-CC1D-4576-B175-1721AA1918B3}" srcId="{483BF0DC-7109-4B59-B052-D2987CF29C4A}" destId="{100E02A1-E4E7-41F4-9449-4097D0592746}" srcOrd="0" destOrd="0" parTransId="{02AB876A-8684-49BE-BBB9-4F0CAB257868}" sibTransId="{7E01A033-4DF6-4704-BCCC-BFBE0E3F3181}"/>
    <dgm:cxn modelId="{CE675CA3-8604-4A43-9239-81029234D61C}" type="presOf" srcId="{CC8CC09E-5363-43C7-A58B-708F441A7332}" destId="{7D95EBEA-45AC-41F1-8A3D-1560A5056631}" srcOrd="0" destOrd="0" presId="urn:microsoft.com/office/officeart/2005/8/layout/chevron2"/>
    <dgm:cxn modelId="{5563D4BF-A5B9-47BA-B0F6-0586960794DD}" srcId="{BB71EEBF-8B78-459D-A605-E714EB1B777E}" destId="{6E072FC0-AA2B-4D21-BE7C-6132DFCA82C5}" srcOrd="1" destOrd="0" parTransId="{3B3E20BF-A6FD-4A62-892B-8FBD2EEDE716}" sibTransId="{EA714F6C-573C-43DF-8D0E-0E47302D5717}"/>
    <dgm:cxn modelId="{666C51C5-26DA-4ED4-B701-E2E48E06C0A5}" type="presOf" srcId="{100E02A1-E4E7-41F4-9449-4097D0592746}" destId="{081BE9A7-8B86-40B5-8202-C4C2CB255C62}" srcOrd="0" destOrd="0" presId="urn:microsoft.com/office/officeart/2005/8/layout/chevron2"/>
    <dgm:cxn modelId="{5CB278D8-3354-4181-A557-24AA5D84394C}" type="presOf" srcId="{09D5D917-26B1-4C57-95A6-FC83150A6EFE}" destId="{8C578ED6-935A-4469-A563-AFDBF75C3739}" srcOrd="0" destOrd="0" presId="urn:microsoft.com/office/officeart/2005/8/layout/chevron2"/>
    <dgm:cxn modelId="{99DB16F2-88C7-4194-8C81-3BC12478C934}" type="presOf" srcId="{D72D645D-E8A1-4426-AD13-BC39CF4C1C67}" destId="{0054A9C4-A80F-4158-B3D2-879928C20E57}" srcOrd="0" destOrd="0" presId="urn:microsoft.com/office/officeart/2005/8/layout/chevron2"/>
    <dgm:cxn modelId="{D19730F2-D0C8-49C1-B5BA-7A55AA131A9A}" type="presOf" srcId="{6E072FC0-AA2B-4D21-BE7C-6132DFCA82C5}" destId="{27AC84B8-9797-493E-84D5-91C128D4D120}" srcOrd="0" destOrd="0" presId="urn:microsoft.com/office/officeart/2005/8/layout/chevron2"/>
    <dgm:cxn modelId="{637E09F4-A06F-4716-AC15-281C477D5A95}" type="presOf" srcId="{BB71EEBF-8B78-459D-A605-E714EB1B777E}" destId="{82FD46AE-1EFE-4185-9619-59E291B90366}" srcOrd="0" destOrd="0" presId="urn:microsoft.com/office/officeart/2005/8/layout/chevron2"/>
    <dgm:cxn modelId="{CF1359F7-BFD5-41BD-A4BF-391452F07BB8}" srcId="{BB71EEBF-8B78-459D-A605-E714EB1B777E}" destId="{09D5D917-26B1-4C57-95A6-FC83150A6EFE}" srcOrd="2" destOrd="0" parTransId="{DB8C7C17-F875-4C86-B4E9-D84618697C49}" sibTransId="{2DEDA026-AC6D-4E57-9CE7-D725A26001D6}"/>
    <dgm:cxn modelId="{3B1166E0-EAAB-4BFD-BF53-3306F41A2815}" type="presParOf" srcId="{82FD46AE-1EFE-4185-9619-59E291B90366}" destId="{C46F7114-4A34-40B6-8290-A0833FCC0A4F}" srcOrd="0" destOrd="0" presId="urn:microsoft.com/office/officeart/2005/8/layout/chevron2"/>
    <dgm:cxn modelId="{3D31F2F3-5481-4619-B82B-303C346A6212}" type="presParOf" srcId="{C46F7114-4A34-40B6-8290-A0833FCC0A4F}" destId="{700A56DD-9CF8-403F-A0FE-5DD690570AFA}" srcOrd="0" destOrd="0" presId="urn:microsoft.com/office/officeart/2005/8/layout/chevron2"/>
    <dgm:cxn modelId="{53DAADCC-84CF-490B-9B47-F4F516A050E0}" type="presParOf" srcId="{C46F7114-4A34-40B6-8290-A0833FCC0A4F}" destId="{15DBB221-C938-40C8-B8BD-B896E7060434}" srcOrd="1" destOrd="0" presId="urn:microsoft.com/office/officeart/2005/8/layout/chevron2"/>
    <dgm:cxn modelId="{23B66C74-E94B-4BFB-B18A-11EBE17FA3CC}" type="presParOf" srcId="{82FD46AE-1EFE-4185-9619-59E291B90366}" destId="{AFCB16A6-7340-47CC-A264-1B282145CE48}" srcOrd="1" destOrd="0" presId="urn:microsoft.com/office/officeart/2005/8/layout/chevron2"/>
    <dgm:cxn modelId="{F6566EFB-F292-49D2-9FE6-F0338A5E4150}" type="presParOf" srcId="{82FD46AE-1EFE-4185-9619-59E291B90366}" destId="{E9E9F542-E02E-4258-86E8-E2E5F9A8BC93}" srcOrd="2" destOrd="0" presId="urn:microsoft.com/office/officeart/2005/8/layout/chevron2"/>
    <dgm:cxn modelId="{B658211C-F989-4088-AE11-27ADF6E8EFEB}" type="presParOf" srcId="{E9E9F542-E02E-4258-86E8-E2E5F9A8BC93}" destId="{27AC84B8-9797-493E-84D5-91C128D4D120}" srcOrd="0" destOrd="0" presId="urn:microsoft.com/office/officeart/2005/8/layout/chevron2"/>
    <dgm:cxn modelId="{3DFB5586-14CB-4D70-A009-F964B68EAEDB}" type="presParOf" srcId="{E9E9F542-E02E-4258-86E8-E2E5F9A8BC93}" destId="{809FEF79-CC88-4EF0-872C-B39C88AEF6AE}" srcOrd="1" destOrd="0" presId="urn:microsoft.com/office/officeart/2005/8/layout/chevron2"/>
    <dgm:cxn modelId="{9483A274-88BF-4854-AD45-CFAEBB62AD40}" type="presParOf" srcId="{82FD46AE-1EFE-4185-9619-59E291B90366}" destId="{902919A7-C234-4CE7-9B98-BD11C6340739}" srcOrd="3" destOrd="0" presId="urn:microsoft.com/office/officeart/2005/8/layout/chevron2"/>
    <dgm:cxn modelId="{4953CBCB-0D30-4A40-A8FE-DE2A2B279979}" type="presParOf" srcId="{82FD46AE-1EFE-4185-9619-59E291B90366}" destId="{7ED1B4F7-6D81-42BD-8D51-05508F86E6F1}" srcOrd="4" destOrd="0" presId="urn:microsoft.com/office/officeart/2005/8/layout/chevron2"/>
    <dgm:cxn modelId="{F733465B-FA9F-48EF-B09F-C471E4F0FAE4}" type="presParOf" srcId="{7ED1B4F7-6D81-42BD-8D51-05508F86E6F1}" destId="{8C578ED6-935A-4469-A563-AFDBF75C3739}" srcOrd="0" destOrd="0" presId="urn:microsoft.com/office/officeart/2005/8/layout/chevron2"/>
    <dgm:cxn modelId="{9BF83DC0-EC1D-454A-AF20-F9448ABE9E80}" type="presParOf" srcId="{7ED1B4F7-6D81-42BD-8D51-05508F86E6F1}" destId="{0054A9C4-A80F-4158-B3D2-879928C20E57}" srcOrd="1" destOrd="0" presId="urn:microsoft.com/office/officeart/2005/8/layout/chevron2"/>
    <dgm:cxn modelId="{B3D49E37-D970-4D20-8774-0FBF51215662}" type="presParOf" srcId="{82FD46AE-1EFE-4185-9619-59E291B90366}" destId="{0351E15E-590E-4E26-947F-658BA6A8E663}" srcOrd="5" destOrd="0" presId="urn:microsoft.com/office/officeart/2005/8/layout/chevron2"/>
    <dgm:cxn modelId="{2658D843-E140-4EE5-8BCA-11349EC9859E}" type="presParOf" srcId="{82FD46AE-1EFE-4185-9619-59E291B90366}" destId="{0313EF56-ED86-4B4C-8606-3C0305478DAA}" srcOrd="6" destOrd="0" presId="urn:microsoft.com/office/officeart/2005/8/layout/chevron2"/>
    <dgm:cxn modelId="{A7479A7D-DE29-4765-BBB9-351B26E5A9B6}" type="presParOf" srcId="{0313EF56-ED86-4B4C-8606-3C0305478DAA}" destId="{F8EB4DC3-07CD-4168-B282-E6177C9F9C0F}" srcOrd="0" destOrd="0" presId="urn:microsoft.com/office/officeart/2005/8/layout/chevron2"/>
    <dgm:cxn modelId="{A2335A61-07B1-462E-A826-9382BBEFD3E6}" type="presParOf" srcId="{0313EF56-ED86-4B4C-8606-3C0305478DAA}" destId="{081BE9A7-8B86-40B5-8202-C4C2CB255C62}" srcOrd="1" destOrd="0" presId="urn:microsoft.com/office/officeart/2005/8/layout/chevron2"/>
    <dgm:cxn modelId="{AFE377A3-3FC0-4378-9243-FC808332477F}" type="presParOf" srcId="{82FD46AE-1EFE-4185-9619-59E291B90366}" destId="{F222664C-586C-478E-B082-442B3103A5C1}" srcOrd="7" destOrd="0" presId="urn:microsoft.com/office/officeart/2005/8/layout/chevron2"/>
    <dgm:cxn modelId="{7B739D18-921D-475E-840A-0EADE1AF7C41}" type="presParOf" srcId="{82FD46AE-1EFE-4185-9619-59E291B90366}" destId="{B63C5E39-01D9-4D1A-88FB-DD91C853C019}" srcOrd="8" destOrd="0" presId="urn:microsoft.com/office/officeart/2005/8/layout/chevron2"/>
    <dgm:cxn modelId="{D8792CC0-3D8C-4111-AFC0-2E90AABE6C3F}" type="presParOf" srcId="{B63C5E39-01D9-4D1A-88FB-DD91C853C019}" destId="{C283936B-8488-4F48-B56A-7546278CAFAC}" srcOrd="0" destOrd="0" presId="urn:microsoft.com/office/officeart/2005/8/layout/chevron2"/>
    <dgm:cxn modelId="{2A8F128A-B3EB-4E2A-B7F2-16BF9AE652FE}" type="presParOf" srcId="{B63C5E39-01D9-4D1A-88FB-DD91C853C019}" destId="{7D95EBEA-45AC-41F1-8A3D-1560A5056631}"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767611E9-BDF0-4AB9-9C73-E3C38D8E0288}"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E45E693B-19AE-46BC-ACD3-1F583C8198F2}">
      <dgm:prSet phldrT="[Text]" custT="1"/>
      <dgm:spPr>
        <a:solidFill>
          <a:srgbClr val="002060"/>
        </a:solidFill>
      </dgm:spPr>
      <dgm:t>
        <a:bodyPr/>
        <a:lstStyle/>
        <a:p>
          <a:r>
            <a:rPr lang="en-US" sz="1450" dirty="0"/>
            <a:t>You have been invited to join the team of  developers to build a Public Service APS level checker for the Federal Government of Nigeria. You have been provided the following table below.</a:t>
          </a:r>
        </a:p>
        <a:p>
          <a:r>
            <a:rPr lang="en-US" sz="1450" dirty="0"/>
            <a:t>Develop a Rust program using vectors to validate Staff level. E.g. If Staff is an Associate Lawyer, and has 5-8 years of work experience, then the staff holds position APS 5-8.</a:t>
          </a:r>
        </a:p>
      </dgm:t>
    </dgm:pt>
    <dgm:pt modelId="{4217C309-8A89-4F5D-8869-DE71F911DF79}" type="parTrans" cxnId="{CE12ED49-48FA-4B2A-A242-6AB607EC7E4A}">
      <dgm:prSet/>
      <dgm:spPr/>
      <dgm:t>
        <a:bodyPr/>
        <a:lstStyle/>
        <a:p>
          <a:endParaRPr lang="en-US" sz="1450"/>
        </a:p>
      </dgm:t>
    </dgm:pt>
    <dgm:pt modelId="{0162812A-DC93-4EDA-B27E-E9357C0141DE}" type="sibTrans" cxnId="{CE12ED49-48FA-4B2A-A242-6AB607EC7E4A}">
      <dgm:prSet/>
      <dgm:spPr/>
      <dgm:t>
        <a:bodyPr/>
        <a:lstStyle/>
        <a:p>
          <a:endParaRPr lang="en-US" sz="1450"/>
        </a:p>
      </dgm:t>
    </dgm:pt>
    <dgm:pt modelId="{F146F76C-CD78-4E2F-AB4A-5117BCF0ED48}" type="pres">
      <dgm:prSet presAssocID="{767611E9-BDF0-4AB9-9C73-E3C38D8E0288}" presName="linear" presStyleCnt="0">
        <dgm:presLayoutVars>
          <dgm:animLvl val="lvl"/>
          <dgm:resizeHandles val="exact"/>
        </dgm:presLayoutVars>
      </dgm:prSet>
      <dgm:spPr/>
    </dgm:pt>
    <dgm:pt modelId="{62C020DB-BFE4-40BF-9B34-5B540479757A}" type="pres">
      <dgm:prSet presAssocID="{E45E693B-19AE-46BC-ACD3-1F583C8198F2}" presName="parentText" presStyleLbl="node1" presStyleIdx="0" presStyleCnt="1" custLinFactNeighborY="1141">
        <dgm:presLayoutVars>
          <dgm:chMax val="0"/>
          <dgm:bulletEnabled val="1"/>
        </dgm:presLayoutVars>
      </dgm:prSet>
      <dgm:spPr/>
    </dgm:pt>
  </dgm:ptLst>
  <dgm:cxnLst>
    <dgm:cxn modelId="{37475F0A-A198-44B2-AC19-B7C7F574E5DE}" type="presOf" srcId="{767611E9-BDF0-4AB9-9C73-E3C38D8E0288}" destId="{F146F76C-CD78-4E2F-AB4A-5117BCF0ED48}" srcOrd="0" destOrd="0" presId="urn:microsoft.com/office/officeart/2005/8/layout/vList2"/>
    <dgm:cxn modelId="{CE12ED49-48FA-4B2A-A242-6AB607EC7E4A}" srcId="{767611E9-BDF0-4AB9-9C73-E3C38D8E0288}" destId="{E45E693B-19AE-46BC-ACD3-1F583C8198F2}" srcOrd="0" destOrd="0" parTransId="{4217C309-8A89-4F5D-8869-DE71F911DF79}" sibTransId="{0162812A-DC93-4EDA-B27E-E9357C0141DE}"/>
    <dgm:cxn modelId="{1B2DF9F5-BBE0-452D-AFA4-257619913FF2}" type="presOf" srcId="{E45E693B-19AE-46BC-ACD3-1F583C8198F2}" destId="{62C020DB-BFE4-40BF-9B34-5B540479757A}" srcOrd="0" destOrd="0" presId="urn:microsoft.com/office/officeart/2005/8/layout/vList2"/>
    <dgm:cxn modelId="{D4D315E8-BDC8-4939-8822-7F93424BABAF}" type="presParOf" srcId="{F146F76C-CD78-4E2F-AB4A-5117BCF0ED48}" destId="{62C020DB-BFE4-40BF-9B34-5B540479757A}"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767611E9-BDF0-4AB9-9C73-E3C38D8E0288}" type="doc">
      <dgm:prSet loTypeId="urn:microsoft.com/office/officeart/2005/8/layout/default" loCatId="list" qsTypeId="urn:microsoft.com/office/officeart/2005/8/quickstyle/simple2" qsCatId="simple" csTypeId="urn:microsoft.com/office/officeart/2005/8/colors/accent1_2" csCatId="accent1" phldr="1"/>
      <dgm:spPr/>
      <dgm:t>
        <a:bodyPr/>
        <a:lstStyle/>
        <a:p>
          <a:endParaRPr lang="en-US"/>
        </a:p>
      </dgm:t>
    </dgm:pt>
    <dgm:pt modelId="{E45E693B-19AE-46BC-ACD3-1F583C8198F2}">
      <dgm:prSet phldrT="[Text]" custT="1"/>
      <dgm:spPr/>
      <dgm:t>
        <a:bodyPr/>
        <a:lstStyle/>
        <a:p>
          <a:pPr algn="ctr"/>
          <a:r>
            <a:rPr lang="en-US" sz="2400" b="0" i="0" dirty="0"/>
            <a:t>Ernst &amp; Young (EY) Global Limited, is a multinational professional services network with headquarters in London and branch offices all around the world. EY is one of the largest professional services networks in the world. EY Nigeria recently launched a project and are scouting for developers with the highest years of experience. You have been contacted by the CEO of EY Nigeria to develop a Rust program to find the person with the highest years of programming experience during the job interview using any rust compound data type.</a:t>
          </a:r>
          <a:endParaRPr lang="en-US" sz="2400" dirty="0"/>
        </a:p>
      </dgm:t>
    </dgm:pt>
    <dgm:pt modelId="{0162812A-DC93-4EDA-B27E-E9357C0141DE}" type="sibTrans" cxnId="{CE12ED49-48FA-4B2A-A242-6AB607EC7E4A}">
      <dgm:prSet/>
      <dgm:spPr/>
      <dgm:t>
        <a:bodyPr/>
        <a:lstStyle/>
        <a:p>
          <a:pPr algn="ctr"/>
          <a:endParaRPr lang="en-US" sz="1800"/>
        </a:p>
      </dgm:t>
    </dgm:pt>
    <dgm:pt modelId="{4217C309-8A89-4F5D-8869-DE71F911DF79}" type="parTrans" cxnId="{CE12ED49-48FA-4B2A-A242-6AB607EC7E4A}">
      <dgm:prSet/>
      <dgm:spPr/>
      <dgm:t>
        <a:bodyPr/>
        <a:lstStyle/>
        <a:p>
          <a:pPr algn="ctr"/>
          <a:endParaRPr lang="en-US" sz="1800"/>
        </a:p>
      </dgm:t>
    </dgm:pt>
    <dgm:pt modelId="{0E3BA918-A6D1-4C41-A21D-9D4E8413BB85}" type="pres">
      <dgm:prSet presAssocID="{767611E9-BDF0-4AB9-9C73-E3C38D8E0288}" presName="diagram" presStyleCnt="0">
        <dgm:presLayoutVars>
          <dgm:dir/>
          <dgm:resizeHandles val="exact"/>
        </dgm:presLayoutVars>
      </dgm:prSet>
      <dgm:spPr/>
    </dgm:pt>
    <dgm:pt modelId="{285E2E79-F435-42E1-80A5-E1D03F9DF01F}" type="pres">
      <dgm:prSet presAssocID="{E45E693B-19AE-46BC-ACD3-1F583C8198F2}" presName="node" presStyleLbl="node1" presStyleIdx="0" presStyleCnt="1">
        <dgm:presLayoutVars>
          <dgm:bulletEnabled val="1"/>
        </dgm:presLayoutVars>
      </dgm:prSet>
      <dgm:spPr/>
    </dgm:pt>
  </dgm:ptLst>
  <dgm:cxnLst>
    <dgm:cxn modelId="{9FD88107-E6A3-4895-95A8-BC54C27F8667}" type="presOf" srcId="{E45E693B-19AE-46BC-ACD3-1F583C8198F2}" destId="{285E2E79-F435-42E1-80A5-E1D03F9DF01F}" srcOrd="0" destOrd="0" presId="urn:microsoft.com/office/officeart/2005/8/layout/default"/>
    <dgm:cxn modelId="{D43C0565-3F1B-470C-8934-F5D0759D4AEE}" type="presOf" srcId="{767611E9-BDF0-4AB9-9C73-E3C38D8E0288}" destId="{0E3BA918-A6D1-4C41-A21D-9D4E8413BB85}" srcOrd="0" destOrd="0" presId="urn:microsoft.com/office/officeart/2005/8/layout/default"/>
    <dgm:cxn modelId="{CE12ED49-48FA-4B2A-A242-6AB607EC7E4A}" srcId="{767611E9-BDF0-4AB9-9C73-E3C38D8E0288}" destId="{E45E693B-19AE-46BC-ACD3-1F583C8198F2}" srcOrd="0" destOrd="0" parTransId="{4217C309-8A89-4F5D-8869-DE71F911DF79}" sibTransId="{0162812A-DC93-4EDA-B27E-E9357C0141DE}"/>
    <dgm:cxn modelId="{76EF7E11-E9A1-407F-8DDB-764148BAA87D}" type="presParOf" srcId="{0E3BA918-A6D1-4C41-A21D-9D4E8413BB85}" destId="{285E2E79-F435-42E1-80A5-E1D03F9DF01F}" srcOrd="0"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072ACEB-6886-4C19-A8F0-50A4A0304CA2}">
      <dsp:nvSpPr>
        <dsp:cNvPr id="0" name=""/>
        <dsp:cNvSpPr/>
      </dsp:nvSpPr>
      <dsp:spPr>
        <a:xfrm>
          <a:off x="0" y="606518"/>
          <a:ext cx="2609849" cy="1982175"/>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0" i="0" kern="1200"/>
            <a:t>A vector is a container that stores the values like an array, but it has more advantages than an array data structure. </a:t>
          </a:r>
          <a:endParaRPr lang="en-US" sz="2000" kern="1200" dirty="0"/>
        </a:p>
      </dsp:txBody>
      <dsp:txXfrm>
        <a:off x="0" y="606518"/>
        <a:ext cx="2609849" cy="1982175"/>
      </dsp:txXfrm>
    </dsp:sp>
    <dsp:sp modelId="{99447F39-7317-4202-A9CB-C725A4CBA159}">
      <dsp:nvSpPr>
        <dsp:cNvPr id="0" name=""/>
        <dsp:cNvSpPr/>
      </dsp:nvSpPr>
      <dsp:spPr>
        <a:xfrm>
          <a:off x="2870835" y="606518"/>
          <a:ext cx="2609849" cy="1982175"/>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0" i="0" kern="1200" dirty="0"/>
            <a:t>It can increase in size dynamically during runtime. </a:t>
          </a:r>
        </a:p>
      </dsp:txBody>
      <dsp:txXfrm>
        <a:off x="2870835" y="606518"/>
        <a:ext cx="2609849" cy="1982175"/>
      </dsp:txXfrm>
    </dsp:sp>
    <dsp:sp modelId="{16571029-A8DC-4DE4-ADDC-6C5C832B7797}">
      <dsp:nvSpPr>
        <dsp:cNvPr id="0" name=""/>
        <dsp:cNvSpPr/>
      </dsp:nvSpPr>
      <dsp:spPr>
        <a:xfrm>
          <a:off x="5741670" y="606518"/>
          <a:ext cx="2609849" cy="1982175"/>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0" i="0" kern="1200" dirty="0"/>
            <a:t>It is provided by the standard library that can store the value of any data type. </a:t>
          </a:r>
        </a:p>
      </dsp:txBody>
      <dsp:txXfrm>
        <a:off x="5741670" y="606518"/>
        <a:ext cx="2609849" cy="1982175"/>
      </dsp:txXfrm>
    </dsp:sp>
    <dsp:sp modelId="{EBDED88D-EF8A-4CA5-BD65-7120A4718FFB}">
      <dsp:nvSpPr>
        <dsp:cNvPr id="0" name=""/>
        <dsp:cNvSpPr/>
      </dsp:nvSpPr>
      <dsp:spPr>
        <a:xfrm>
          <a:off x="1435417" y="2849679"/>
          <a:ext cx="2609849" cy="156590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0" i="0" kern="1200" dirty="0"/>
            <a:t>Its length defines the number of elements present in the vector. </a:t>
          </a:r>
        </a:p>
      </dsp:txBody>
      <dsp:txXfrm>
        <a:off x="1435417" y="2849679"/>
        <a:ext cx="2609849" cy="1565909"/>
      </dsp:txXfrm>
    </dsp:sp>
    <dsp:sp modelId="{6143DCC6-577B-45D5-8FAB-915DC9A0EEE1}">
      <dsp:nvSpPr>
        <dsp:cNvPr id="0" name=""/>
        <dsp:cNvSpPr/>
      </dsp:nvSpPr>
      <dsp:spPr>
        <a:xfrm>
          <a:off x="4306252" y="2849679"/>
          <a:ext cx="2609849" cy="156590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0" i="0" kern="1200" dirty="0"/>
            <a:t>Its capacity defines the actual allocated space on the heap of this vector.</a:t>
          </a:r>
        </a:p>
      </dsp:txBody>
      <dsp:txXfrm>
        <a:off x="4306252" y="2849679"/>
        <a:ext cx="2609849" cy="156590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134EC6C-A96F-40A6-A39E-0F399741ABDE}">
      <dsp:nvSpPr>
        <dsp:cNvPr id="0" name=""/>
        <dsp:cNvSpPr/>
      </dsp:nvSpPr>
      <dsp:spPr>
        <a:xfrm>
          <a:off x="1358890" y="0"/>
          <a:ext cx="4378037" cy="4378037"/>
        </a:xfrm>
        <a:prstGeom prst="triangl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29DC892-065F-41C3-8012-9A0E68E68CC2}">
      <dsp:nvSpPr>
        <dsp:cNvPr id="0" name=""/>
        <dsp:cNvSpPr/>
      </dsp:nvSpPr>
      <dsp:spPr>
        <a:xfrm>
          <a:off x="3363790" y="576776"/>
          <a:ext cx="5042566" cy="1556255"/>
        </a:xfrm>
        <a:prstGeom prst="round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b="1" i="0" kern="1200" dirty="0"/>
            <a:t>Using </a:t>
          </a:r>
          <a:r>
            <a:rPr lang="en-US" sz="2800" b="1" i="0" kern="1200" dirty="0" err="1"/>
            <a:t>Vec</a:t>
          </a:r>
          <a:r>
            <a:rPr lang="en-US" sz="2800" b="1" i="0" kern="1200" dirty="0"/>
            <a:t>::new() Method</a:t>
          </a:r>
          <a:endParaRPr lang="en-US" sz="2800" kern="1200" dirty="0"/>
        </a:p>
      </dsp:txBody>
      <dsp:txXfrm>
        <a:off x="3439760" y="652746"/>
        <a:ext cx="4890626" cy="1404315"/>
      </dsp:txXfrm>
    </dsp:sp>
    <dsp:sp modelId="{33EFB98C-2E23-4BF4-B6F6-FB74FF54B101}">
      <dsp:nvSpPr>
        <dsp:cNvPr id="0" name=""/>
        <dsp:cNvSpPr/>
      </dsp:nvSpPr>
      <dsp:spPr>
        <a:xfrm>
          <a:off x="3363790" y="2327564"/>
          <a:ext cx="5042566" cy="1556255"/>
        </a:xfrm>
        <a:prstGeom prst="round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b="1" i="0" kern="1200"/>
            <a:t>Using macro in Rust: </a:t>
          </a:r>
          <a:endParaRPr lang="en-US" sz="2800" kern="1200" dirty="0"/>
        </a:p>
      </dsp:txBody>
      <dsp:txXfrm>
        <a:off x="3439760" y="2403534"/>
        <a:ext cx="4890626" cy="140431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181DB8D-8B36-4822-A312-357CB610F3DB}">
      <dsp:nvSpPr>
        <dsp:cNvPr id="0" name=""/>
        <dsp:cNvSpPr/>
      </dsp:nvSpPr>
      <dsp:spPr>
        <a:xfrm rot="10800000">
          <a:off x="1786568" y="1780"/>
          <a:ext cx="5885877" cy="1216140"/>
        </a:xfrm>
        <a:prstGeom prst="homePlat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6284" tIns="106680" rIns="199136" bIns="106680" numCol="1" spcCol="1270" anchor="ctr" anchorCtr="0">
          <a:noAutofit/>
        </a:bodyPr>
        <a:lstStyle/>
        <a:p>
          <a:pPr marL="0" lvl="0" indent="0" algn="ctr" defTabSz="1244600">
            <a:lnSpc>
              <a:spcPct val="90000"/>
            </a:lnSpc>
            <a:spcBef>
              <a:spcPct val="0"/>
            </a:spcBef>
            <a:spcAft>
              <a:spcPct val="35000"/>
            </a:spcAft>
            <a:buNone/>
          </a:pPr>
          <a:r>
            <a:rPr lang="en-US" sz="2800" b="0" i="0" kern="1200" dirty="0"/>
            <a:t>Using subscript operator</a:t>
          </a:r>
          <a:endParaRPr lang="en-US" sz="2800" b="0" kern="1200" dirty="0"/>
        </a:p>
      </dsp:txBody>
      <dsp:txXfrm rot="10800000">
        <a:off x="2090603" y="1780"/>
        <a:ext cx="5581842" cy="1216140"/>
      </dsp:txXfrm>
    </dsp:sp>
    <dsp:sp modelId="{949A5F86-8AC8-4A4C-9959-3EC0D632DB28}">
      <dsp:nvSpPr>
        <dsp:cNvPr id="0" name=""/>
        <dsp:cNvSpPr/>
      </dsp:nvSpPr>
      <dsp:spPr>
        <a:xfrm>
          <a:off x="1178498" y="1780"/>
          <a:ext cx="1216140" cy="1216140"/>
        </a:xfrm>
        <a:prstGeom prst="ellipse">
          <a:avLst/>
        </a:prstGeom>
        <a:solidFill>
          <a:schemeClr val="accent1">
            <a:tint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0565B56-148E-4432-BB31-23FCD532C051}">
      <dsp:nvSpPr>
        <dsp:cNvPr id="0" name=""/>
        <dsp:cNvSpPr/>
      </dsp:nvSpPr>
      <dsp:spPr>
        <a:xfrm rot="10800000">
          <a:off x="1786568" y="1580948"/>
          <a:ext cx="5885877" cy="1216140"/>
        </a:xfrm>
        <a:prstGeom prst="homePlat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6284" tIns="106680" rIns="199136" bIns="106680" numCol="1" spcCol="1270" anchor="ctr" anchorCtr="0">
          <a:noAutofit/>
        </a:bodyPr>
        <a:lstStyle/>
        <a:p>
          <a:pPr marL="0" lvl="0" indent="0" algn="ctr" defTabSz="1244600">
            <a:lnSpc>
              <a:spcPct val="90000"/>
            </a:lnSpc>
            <a:spcBef>
              <a:spcPct val="0"/>
            </a:spcBef>
            <a:spcAft>
              <a:spcPct val="35000"/>
            </a:spcAft>
            <a:buNone/>
          </a:pPr>
          <a:r>
            <a:rPr lang="en-US" sz="2800" b="0" i="0" kern="1200" dirty="0"/>
            <a:t>Using the get() method</a:t>
          </a:r>
          <a:endParaRPr lang="en-US" sz="2800" b="0" kern="1200" dirty="0"/>
        </a:p>
      </dsp:txBody>
      <dsp:txXfrm rot="10800000">
        <a:off x="2090603" y="1580948"/>
        <a:ext cx="5581842" cy="1216140"/>
      </dsp:txXfrm>
    </dsp:sp>
    <dsp:sp modelId="{3D255D28-BBE5-4CA8-BA77-9B4634D4B5B4}">
      <dsp:nvSpPr>
        <dsp:cNvPr id="0" name=""/>
        <dsp:cNvSpPr/>
      </dsp:nvSpPr>
      <dsp:spPr>
        <a:xfrm>
          <a:off x="1178498" y="1580948"/>
          <a:ext cx="1216140" cy="1216140"/>
        </a:xfrm>
        <a:prstGeom prst="ellipse">
          <a:avLst/>
        </a:prstGeom>
        <a:solidFill>
          <a:schemeClr val="accent1">
            <a:tint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CD171F9-3804-4144-9569-0A78D0C7CCE9}">
      <dsp:nvSpPr>
        <dsp:cNvPr id="0" name=""/>
        <dsp:cNvSpPr/>
      </dsp:nvSpPr>
      <dsp:spPr>
        <a:xfrm rot="10800000">
          <a:off x="1786568" y="3160115"/>
          <a:ext cx="5885877" cy="1216140"/>
        </a:xfrm>
        <a:prstGeom prst="homePlat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6284" tIns="106680" rIns="199136" bIns="106680" numCol="1" spcCol="1270" anchor="ctr" anchorCtr="0">
          <a:noAutofit/>
        </a:bodyPr>
        <a:lstStyle/>
        <a:p>
          <a:pPr marL="0" lvl="0" indent="0" algn="ctr" defTabSz="1244600">
            <a:lnSpc>
              <a:spcPct val="90000"/>
            </a:lnSpc>
            <a:spcBef>
              <a:spcPct val="0"/>
            </a:spcBef>
            <a:spcAft>
              <a:spcPct val="35000"/>
            </a:spcAft>
            <a:buNone/>
          </a:pPr>
          <a:r>
            <a:rPr lang="en-US" sz="2800" b="0" i="0" kern="1200"/>
            <a:t>Iterating on the vector</a:t>
          </a:r>
          <a:endParaRPr lang="en-US" sz="2800" b="0" kern="1200" dirty="0"/>
        </a:p>
      </dsp:txBody>
      <dsp:txXfrm rot="10800000">
        <a:off x="2090603" y="3160115"/>
        <a:ext cx="5581842" cy="1216140"/>
      </dsp:txXfrm>
    </dsp:sp>
    <dsp:sp modelId="{1EEBC310-406C-4FE3-8545-946743323728}">
      <dsp:nvSpPr>
        <dsp:cNvPr id="0" name=""/>
        <dsp:cNvSpPr/>
      </dsp:nvSpPr>
      <dsp:spPr>
        <a:xfrm>
          <a:off x="1178498" y="3160115"/>
          <a:ext cx="1216140" cy="1216140"/>
        </a:xfrm>
        <a:prstGeom prst="ellipse">
          <a:avLst/>
        </a:prstGeom>
        <a:solidFill>
          <a:schemeClr val="accent1">
            <a:tint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A223E5D-66D5-4BBB-AFCE-D9F3E4F303FD}">
      <dsp:nvSpPr>
        <dsp:cNvPr id="0" name=""/>
        <dsp:cNvSpPr/>
      </dsp:nvSpPr>
      <dsp:spPr>
        <a:xfrm>
          <a:off x="27496" y="370273"/>
          <a:ext cx="8396278" cy="6907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b" anchorCtr="0">
          <a:noAutofit/>
        </a:bodyPr>
        <a:lstStyle/>
        <a:p>
          <a:pPr marL="0" lvl="0" indent="0" algn="l" defTabSz="889000">
            <a:lnSpc>
              <a:spcPct val="100000"/>
            </a:lnSpc>
            <a:spcBef>
              <a:spcPct val="0"/>
            </a:spcBef>
            <a:spcAft>
              <a:spcPct val="35000"/>
            </a:spcAft>
            <a:buNone/>
          </a:pPr>
          <a:r>
            <a:rPr lang="en-US" sz="2000" b="0" i="0" kern="1200" dirty="0"/>
            <a:t>Similar to the concept of indexing in other languages, subscript operators can be used to directly access the values in a vector through their index. </a:t>
          </a:r>
          <a:endParaRPr lang="en-US" sz="2000" kern="1200" dirty="0"/>
        </a:p>
      </dsp:txBody>
      <dsp:txXfrm>
        <a:off x="27496" y="370273"/>
        <a:ext cx="8396278" cy="690792"/>
      </dsp:txXfrm>
    </dsp:sp>
    <dsp:sp modelId="{2C6411BA-3D48-4A68-802F-016ECE4087B3}">
      <dsp:nvSpPr>
        <dsp:cNvPr id="0" name=""/>
        <dsp:cNvSpPr/>
      </dsp:nvSpPr>
      <dsp:spPr>
        <a:xfrm>
          <a:off x="27496" y="1061066"/>
          <a:ext cx="1013162" cy="168860"/>
        </a:xfrm>
        <a:prstGeom prst="parallelogram">
          <a:avLst>
            <a:gd name="adj" fmla="val 140840"/>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3E6DD8D-ADB6-42BB-A16E-76E494F4683B}">
      <dsp:nvSpPr>
        <dsp:cNvPr id="0" name=""/>
        <dsp:cNvSpPr/>
      </dsp:nvSpPr>
      <dsp:spPr>
        <a:xfrm>
          <a:off x="1099760" y="1061066"/>
          <a:ext cx="1013162" cy="168860"/>
        </a:xfrm>
        <a:prstGeom prst="parallelogram">
          <a:avLst>
            <a:gd name="adj" fmla="val 140840"/>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1DE026A-05EA-4D8B-B3F0-FC3CE78FAD18}">
      <dsp:nvSpPr>
        <dsp:cNvPr id="0" name=""/>
        <dsp:cNvSpPr/>
      </dsp:nvSpPr>
      <dsp:spPr>
        <a:xfrm>
          <a:off x="2172023" y="1061066"/>
          <a:ext cx="1013162" cy="168860"/>
        </a:xfrm>
        <a:prstGeom prst="parallelogram">
          <a:avLst>
            <a:gd name="adj" fmla="val 140840"/>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CFF31A8-A76B-4911-86A6-6F23606D7EEF}">
      <dsp:nvSpPr>
        <dsp:cNvPr id="0" name=""/>
        <dsp:cNvSpPr/>
      </dsp:nvSpPr>
      <dsp:spPr>
        <a:xfrm>
          <a:off x="3244287" y="1061066"/>
          <a:ext cx="1013162" cy="168860"/>
        </a:xfrm>
        <a:prstGeom prst="parallelogram">
          <a:avLst>
            <a:gd name="adj" fmla="val 140840"/>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96E0080-747C-4415-9D01-672B955BBE04}">
      <dsp:nvSpPr>
        <dsp:cNvPr id="0" name=""/>
        <dsp:cNvSpPr/>
      </dsp:nvSpPr>
      <dsp:spPr>
        <a:xfrm>
          <a:off x="4316550" y="1061066"/>
          <a:ext cx="1013162" cy="168860"/>
        </a:xfrm>
        <a:prstGeom prst="parallelogram">
          <a:avLst>
            <a:gd name="adj" fmla="val 140840"/>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4A5825E-48D9-4833-A457-5FD520673C71}">
      <dsp:nvSpPr>
        <dsp:cNvPr id="0" name=""/>
        <dsp:cNvSpPr/>
      </dsp:nvSpPr>
      <dsp:spPr>
        <a:xfrm>
          <a:off x="5388813" y="1061066"/>
          <a:ext cx="1013162" cy="168860"/>
        </a:xfrm>
        <a:prstGeom prst="parallelogram">
          <a:avLst>
            <a:gd name="adj" fmla="val 140840"/>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EE94E8D-E992-4838-B1AC-B0E40CCF4BA1}">
      <dsp:nvSpPr>
        <dsp:cNvPr id="0" name=""/>
        <dsp:cNvSpPr/>
      </dsp:nvSpPr>
      <dsp:spPr>
        <a:xfrm>
          <a:off x="6461077" y="1061066"/>
          <a:ext cx="1013162" cy="168860"/>
        </a:xfrm>
        <a:prstGeom prst="parallelogram">
          <a:avLst>
            <a:gd name="adj" fmla="val 140840"/>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A223E5D-66D5-4BBB-AFCE-D9F3E4F303FD}">
      <dsp:nvSpPr>
        <dsp:cNvPr id="0" name=""/>
        <dsp:cNvSpPr/>
      </dsp:nvSpPr>
      <dsp:spPr>
        <a:xfrm>
          <a:off x="27496" y="370273"/>
          <a:ext cx="8396278" cy="6907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b" anchorCtr="0">
          <a:noAutofit/>
        </a:bodyPr>
        <a:lstStyle/>
        <a:p>
          <a:pPr marL="0" lvl="0" indent="0" algn="l" defTabSz="889000">
            <a:lnSpc>
              <a:spcPct val="100000"/>
            </a:lnSpc>
            <a:spcBef>
              <a:spcPct val="0"/>
            </a:spcBef>
            <a:spcAft>
              <a:spcPct val="35000"/>
            </a:spcAft>
            <a:buNone/>
          </a:pPr>
          <a:r>
            <a:rPr lang="en-US" sz="2000" b="0" i="0" kern="1200" dirty="0"/>
            <a:t>The second way of accessing the vector elements is to use the get(index) method with the index of a vector passed as an argument.</a:t>
          </a:r>
          <a:endParaRPr lang="en-US" sz="2000" kern="1200" dirty="0"/>
        </a:p>
      </dsp:txBody>
      <dsp:txXfrm>
        <a:off x="27496" y="370273"/>
        <a:ext cx="8396278" cy="690792"/>
      </dsp:txXfrm>
    </dsp:sp>
    <dsp:sp modelId="{2C6411BA-3D48-4A68-802F-016ECE4087B3}">
      <dsp:nvSpPr>
        <dsp:cNvPr id="0" name=""/>
        <dsp:cNvSpPr/>
      </dsp:nvSpPr>
      <dsp:spPr>
        <a:xfrm>
          <a:off x="27496" y="1061066"/>
          <a:ext cx="1013162" cy="168860"/>
        </a:xfrm>
        <a:prstGeom prst="parallelogram">
          <a:avLst>
            <a:gd name="adj" fmla="val 140840"/>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3E6DD8D-ADB6-42BB-A16E-76E494F4683B}">
      <dsp:nvSpPr>
        <dsp:cNvPr id="0" name=""/>
        <dsp:cNvSpPr/>
      </dsp:nvSpPr>
      <dsp:spPr>
        <a:xfrm>
          <a:off x="1099760" y="1061066"/>
          <a:ext cx="1013162" cy="168860"/>
        </a:xfrm>
        <a:prstGeom prst="parallelogram">
          <a:avLst>
            <a:gd name="adj" fmla="val 140840"/>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1DE026A-05EA-4D8B-B3F0-FC3CE78FAD18}">
      <dsp:nvSpPr>
        <dsp:cNvPr id="0" name=""/>
        <dsp:cNvSpPr/>
      </dsp:nvSpPr>
      <dsp:spPr>
        <a:xfrm>
          <a:off x="2172023" y="1061066"/>
          <a:ext cx="1013162" cy="168860"/>
        </a:xfrm>
        <a:prstGeom prst="parallelogram">
          <a:avLst>
            <a:gd name="adj" fmla="val 140840"/>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CFF31A8-A76B-4911-86A6-6F23606D7EEF}">
      <dsp:nvSpPr>
        <dsp:cNvPr id="0" name=""/>
        <dsp:cNvSpPr/>
      </dsp:nvSpPr>
      <dsp:spPr>
        <a:xfrm>
          <a:off x="3244287" y="1061066"/>
          <a:ext cx="1013162" cy="168860"/>
        </a:xfrm>
        <a:prstGeom prst="parallelogram">
          <a:avLst>
            <a:gd name="adj" fmla="val 140840"/>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96E0080-747C-4415-9D01-672B955BBE04}">
      <dsp:nvSpPr>
        <dsp:cNvPr id="0" name=""/>
        <dsp:cNvSpPr/>
      </dsp:nvSpPr>
      <dsp:spPr>
        <a:xfrm>
          <a:off x="4316550" y="1061066"/>
          <a:ext cx="1013162" cy="168860"/>
        </a:xfrm>
        <a:prstGeom prst="parallelogram">
          <a:avLst>
            <a:gd name="adj" fmla="val 140840"/>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4A5825E-48D9-4833-A457-5FD520673C71}">
      <dsp:nvSpPr>
        <dsp:cNvPr id="0" name=""/>
        <dsp:cNvSpPr/>
      </dsp:nvSpPr>
      <dsp:spPr>
        <a:xfrm>
          <a:off x="5388813" y="1061066"/>
          <a:ext cx="1013162" cy="168860"/>
        </a:xfrm>
        <a:prstGeom prst="parallelogram">
          <a:avLst>
            <a:gd name="adj" fmla="val 140840"/>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EE94E8D-E992-4838-B1AC-B0E40CCF4BA1}">
      <dsp:nvSpPr>
        <dsp:cNvPr id="0" name=""/>
        <dsp:cNvSpPr/>
      </dsp:nvSpPr>
      <dsp:spPr>
        <a:xfrm>
          <a:off x="6461077" y="1061066"/>
          <a:ext cx="1013162" cy="168860"/>
        </a:xfrm>
        <a:prstGeom prst="parallelogram">
          <a:avLst>
            <a:gd name="adj" fmla="val 140840"/>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A223E5D-66D5-4BBB-AFCE-D9F3E4F303FD}">
      <dsp:nvSpPr>
        <dsp:cNvPr id="0" name=""/>
        <dsp:cNvSpPr/>
      </dsp:nvSpPr>
      <dsp:spPr>
        <a:xfrm>
          <a:off x="23393" y="369853"/>
          <a:ext cx="8404485" cy="6914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b" anchorCtr="0">
          <a:noAutofit/>
        </a:bodyPr>
        <a:lstStyle/>
        <a:p>
          <a:pPr marL="0" lvl="0" indent="0" algn="l" defTabSz="800100">
            <a:lnSpc>
              <a:spcPct val="100000"/>
            </a:lnSpc>
            <a:spcBef>
              <a:spcPct val="0"/>
            </a:spcBef>
            <a:spcAft>
              <a:spcPct val="35000"/>
            </a:spcAft>
            <a:buNone/>
          </a:pPr>
          <a:r>
            <a:rPr lang="en-US" sz="1800" b="0" i="0" kern="1200" dirty="0"/>
            <a:t>To access the vector we can also iterate through a vector-like we do in arrays. We can use </a:t>
          </a:r>
          <a:r>
            <a:rPr lang="en-US" sz="1800" b="1" i="0" kern="1200" dirty="0"/>
            <a:t>for loop</a:t>
          </a:r>
          <a:r>
            <a:rPr lang="en-US" sz="1800" b="0" i="0" kern="1200" dirty="0"/>
            <a:t> to iterate through a vector.</a:t>
          </a:r>
          <a:endParaRPr lang="en-US" sz="1800" kern="1200" dirty="0"/>
        </a:p>
      </dsp:txBody>
      <dsp:txXfrm>
        <a:off x="23393" y="369853"/>
        <a:ext cx="8404485" cy="691467"/>
      </dsp:txXfrm>
    </dsp:sp>
    <dsp:sp modelId="{2C6411BA-3D48-4A68-802F-016ECE4087B3}">
      <dsp:nvSpPr>
        <dsp:cNvPr id="0" name=""/>
        <dsp:cNvSpPr/>
      </dsp:nvSpPr>
      <dsp:spPr>
        <a:xfrm>
          <a:off x="23393" y="1061321"/>
          <a:ext cx="1014152" cy="169025"/>
        </a:xfrm>
        <a:prstGeom prst="parallelogram">
          <a:avLst>
            <a:gd name="adj" fmla="val 140840"/>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3E6DD8D-ADB6-42BB-A16E-76E494F4683B}">
      <dsp:nvSpPr>
        <dsp:cNvPr id="0" name=""/>
        <dsp:cNvSpPr/>
      </dsp:nvSpPr>
      <dsp:spPr>
        <a:xfrm>
          <a:off x="1096704" y="1061321"/>
          <a:ext cx="1014152" cy="169025"/>
        </a:xfrm>
        <a:prstGeom prst="parallelogram">
          <a:avLst>
            <a:gd name="adj" fmla="val 140840"/>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1DE026A-05EA-4D8B-B3F0-FC3CE78FAD18}">
      <dsp:nvSpPr>
        <dsp:cNvPr id="0" name=""/>
        <dsp:cNvSpPr/>
      </dsp:nvSpPr>
      <dsp:spPr>
        <a:xfrm>
          <a:off x="2170016" y="1061321"/>
          <a:ext cx="1014152" cy="169025"/>
        </a:xfrm>
        <a:prstGeom prst="parallelogram">
          <a:avLst>
            <a:gd name="adj" fmla="val 140840"/>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CFF31A8-A76B-4911-86A6-6F23606D7EEF}">
      <dsp:nvSpPr>
        <dsp:cNvPr id="0" name=""/>
        <dsp:cNvSpPr/>
      </dsp:nvSpPr>
      <dsp:spPr>
        <a:xfrm>
          <a:off x="3243327" y="1061321"/>
          <a:ext cx="1014152" cy="169025"/>
        </a:xfrm>
        <a:prstGeom prst="parallelogram">
          <a:avLst>
            <a:gd name="adj" fmla="val 140840"/>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96E0080-747C-4415-9D01-672B955BBE04}">
      <dsp:nvSpPr>
        <dsp:cNvPr id="0" name=""/>
        <dsp:cNvSpPr/>
      </dsp:nvSpPr>
      <dsp:spPr>
        <a:xfrm>
          <a:off x="4316639" y="1061321"/>
          <a:ext cx="1014152" cy="169025"/>
        </a:xfrm>
        <a:prstGeom prst="parallelogram">
          <a:avLst>
            <a:gd name="adj" fmla="val 140840"/>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4A5825E-48D9-4833-A457-5FD520673C71}">
      <dsp:nvSpPr>
        <dsp:cNvPr id="0" name=""/>
        <dsp:cNvSpPr/>
      </dsp:nvSpPr>
      <dsp:spPr>
        <a:xfrm>
          <a:off x="5389950" y="1061321"/>
          <a:ext cx="1014152" cy="169025"/>
        </a:xfrm>
        <a:prstGeom prst="parallelogram">
          <a:avLst>
            <a:gd name="adj" fmla="val 140840"/>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EE94E8D-E992-4838-B1AC-B0E40CCF4BA1}">
      <dsp:nvSpPr>
        <dsp:cNvPr id="0" name=""/>
        <dsp:cNvSpPr/>
      </dsp:nvSpPr>
      <dsp:spPr>
        <a:xfrm>
          <a:off x="6463262" y="1061321"/>
          <a:ext cx="1014152" cy="169025"/>
        </a:xfrm>
        <a:prstGeom prst="parallelogram">
          <a:avLst>
            <a:gd name="adj" fmla="val 140840"/>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871717-1C24-4C24-BE64-A0DBA3E6EEA9}">
      <dsp:nvSpPr>
        <dsp:cNvPr id="0" name=""/>
        <dsp:cNvSpPr/>
      </dsp:nvSpPr>
      <dsp:spPr>
        <a:xfrm>
          <a:off x="0" y="0"/>
          <a:ext cx="8313822"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E7AB7B2-4C37-4681-9ECA-D2ACAAAD9B16}">
      <dsp:nvSpPr>
        <dsp:cNvPr id="0" name=""/>
        <dsp:cNvSpPr/>
      </dsp:nvSpPr>
      <dsp:spPr>
        <a:xfrm>
          <a:off x="0" y="0"/>
          <a:ext cx="8313822" cy="10467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b="0" i="0" kern="1200" dirty="0"/>
            <a:t>Tuple is a compound data type. A scalar type can store only one type of data. For example, an i32 variable can store only a single integer value. </a:t>
          </a:r>
          <a:endParaRPr lang="en-US" sz="2000" b="0" kern="1200" dirty="0"/>
        </a:p>
      </dsp:txBody>
      <dsp:txXfrm>
        <a:off x="0" y="0"/>
        <a:ext cx="8313822" cy="1046746"/>
      </dsp:txXfrm>
    </dsp:sp>
    <dsp:sp modelId="{58B29B85-9107-41F2-A3DE-F856F4A67C34}">
      <dsp:nvSpPr>
        <dsp:cNvPr id="0" name=""/>
        <dsp:cNvSpPr/>
      </dsp:nvSpPr>
      <dsp:spPr>
        <a:xfrm>
          <a:off x="0" y="1046746"/>
          <a:ext cx="8313822"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2499F21-C893-465E-AF49-6A2F61938CDC}">
      <dsp:nvSpPr>
        <dsp:cNvPr id="0" name=""/>
        <dsp:cNvSpPr/>
      </dsp:nvSpPr>
      <dsp:spPr>
        <a:xfrm>
          <a:off x="0" y="1046746"/>
          <a:ext cx="8313822" cy="10467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b="0" i="0" kern="1200" dirty="0"/>
            <a:t>In compound types, we can store more than one value at a time and it can be of different types.</a:t>
          </a:r>
        </a:p>
      </dsp:txBody>
      <dsp:txXfrm>
        <a:off x="0" y="1046746"/>
        <a:ext cx="8313822" cy="1046746"/>
      </dsp:txXfrm>
    </dsp:sp>
    <dsp:sp modelId="{4901E331-48BD-4029-A76C-19C369452B9B}">
      <dsp:nvSpPr>
        <dsp:cNvPr id="0" name=""/>
        <dsp:cNvSpPr/>
      </dsp:nvSpPr>
      <dsp:spPr>
        <a:xfrm>
          <a:off x="0" y="2093493"/>
          <a:ext cx="8313822"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3EAA58C-A338-4A60-8E8D-054D4597478D}">
      <dsp:nvSpPr>
        <dsp:cNvPr id="0" name=""/>
        <dsp:cNvSpPr/>
      </dsp:nvSpPr>
      <dsp:spPr>
        <a:xfrm>
          <a:off x="0" y="2093493"/>
          <a:ext cx="8313822" cy="10467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b="0" i="0" kern="1200" dirty="0"/>
            <a:t>Tuples have a fixed length - once declared they cannot grow or shrink in size. The tuple index starts from 0.</a:t>
          </a:r>
        </a:p>
      </dsp:txBody>
      <dsp:txXfrm>
        <a:off x="0" y="2093493"/>
        <a:ext cx="8313822" cy="1046746"/>
      </dsp:txXfrm>
    </dsp:sp>
    <dsp:sp modelId="{6B1DD320-D9A5-4D78-AF37-2B1237B4146C}">
      <dsp:nvSpPr>
        <dsp:cNvPr id="0" name=""/>
        <dsp:cNvSpPr/>
      </dsp:nvSpPr>
      <dsp:spPr>
        <a:xfrm>
          <a:off x="0" y="3140240"/>
          <a:ext cx="8313822"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334783D-2996-4CFE-AFCF-3F44BF969AE4}">
      <dsp:nvSpPr>
        <dsp:cNvPr id="0" name=""/>
        <dsp:cNvSpPr/>
      </dsp:nvSpPr>
      <dsp:spPr>
        <a:xfrm>
          <a:off x="0" y="3140240"/>
          <a:ext cx="8313822" cy="10467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b="0" i="0" kern="1200" dirty="0"/>
            <a:t>The </a:t>
          </a:r>
          <a:r>
            <a:rPr lang="en-US" sz="2000" b="0" i="1" kern="1200" dirty="0" err="1">
              <a:solidFill>
                <a:srgbClr val="FF0000"/>
              </a:solidFill>
            </a:rPr>
            <a:t>println</a:t>
          </a:r>
          <a:r>
            <a:rPr lang="en-US" sz="2000" b="0" i="1" kern="1200" dirty="0">
              <a:solidFill>
                <a:srgbClr val="FF0000"/>
              </a:solidFill>
            </a:rPr>
            <a:t>!("{ }")</a:t>
          </a:r>
          <a:r>
            <a:rPr lang="en-US" sz="2000" b="0" i="0" kern="1200" dirty="0"/>
            <a:t> syntax cannot be used to display values in a tuple. This is because a tuple is a compound type. Use the </a:t>
          </a:r>
          <a:r>
            <a:rPr lang="en-US" sz="2000" b="0" i="1" kern="1200" dirty="0" err="1">
              <a:solidFill>
                <a:srgbClr val="FF0000"/>
              </a:solidFill>
            </a:rPr>
            <a:t>println</a:t>
          </a:r>
          <a:r>
            <a:rPr lang="en-US" sz="2000" b="0" i="1" kern="1200" dirty="0">
              <a:solidFill>
                <a:srgbClr val="FF0000"/>
              </a:solidFill>
            </a:rPr>
            <a:t>!("{:?}")</a:t>
          </a:r>
          <a:r>
            <a:rPr lang="en-US" sz="2000" b="0" i="0" kern="1200" dirty="0"/>
            <a:t> syntax to print values in a tuple.</a:t>
          </a:r>
        </a:p>
      </dsp:txBody>
      <dsp:txXfrm>
        <a:off x="0" y="3140240"/>
        <a:ext cx="8313822" cy="1046746"/>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A223E5D-66D5-4BBB-AFCE-D9F3E4F303FD}">
      <dsp:nvSpPr>
        <dsp:cNvPr id="0" name=""/>
        <dsp:cNvSpPr/>
      </dsp:nvSpPr>
      <dsp:spPr>
        <a:xfrm>
          <a:off x="27496" y="370273"/>
          <a:ext cx="8396278" cy="6907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b" anchorCtr="0">
          <a:noAutofit/>
        </a:bodyPr>
        <a:lstStyle/>
        <a:p>
          <a:pPr marL="0" lvl="0" indent="0" algn="l" defTabSz="800100">
            <a:lnSpc>
              <a:spcPct val="100000"/>
            </a:lnSpc>
            <a:spcBef>
              <a:spcPct val="0"/>
            </a:spcBef>
            <a:spcAft>
              <a:spcPct val="35000"/>
            </a:spcAft>
            <a:buNone/>
          </a:pPr>
          <a:r>
            <a:rPr lang="en-US" sz="1800" b="0" i="0" kern="1200" dirty="0"/>
            <a:t>In Rust, a tuple is </a:t>
          </a:r>
          <a:r>
            <a:rPr lang="en-US" sz="1800" b="0" i="0" kern="1200" dirty="0">
              <a:solidFill>
                <a:srgbClr val="FF0000"/>
              </a:solidFill>
            </a:rPr>
            <a:t>immutable</a:t>
          </a:r>
          <a:r>
            <a:rPr lang="en-US" sz="1800" b="0" i="0" kern="1200" dirty="0"/>
            <a:t>, which means we cannot change its elements once it is created. However, we can create </a:t>
          </a:r>
          <a:r>
            <a:rPr lang="en-US" sz="1800" b="0" i="0" kern="1200" dirty="0">
              <a:solidFill>
                <a:srgbClr val="FF0000"/>
              </a:solidFill>
            </a:rPr>
            <a:t>a mutable </a:t>
          </a:r>
          <a:r>
            <a:rPr lang="en-US" sz="1800" b="0" i="0" kern="1200" dirty="0"/>
            <a:t>tuple by using the </a:t>
          </a:r>
          <a:r>
            <a:rPr lang="en-US" sz="1800" b="0" i="1" kern="1200" dirty="0" err="1">
              <a:solidFill>
                <a:srgbClr val="FF0000"/>
              </a:solidFill>
            </a:rPr>
            <a:t>mut</a:t>
          </a:r>
          <a:r>
            <a:rPr lang="en-US" sz="1800" b="0" i="0" kern="1200" dirty="0"/>
            <a:t> keyword before assigning it to a variable.</a:t>
          </a:r>
          <a:endParaRPr lang="en-US" sz="1800" kern="1200" dirty="0"/>
        </a:p>
      </dsp:txBody>
      <dsp:txXfrm>
        <a:off x="27496" y="370273"/>
        <a:ext cx="8396278" cy="690792"/>
      </dsp:txXfrm>
    </dsp:sp>
    <dsp:sp modelId="{2C6411BA-3D48-4A68-802F-016ECE4087B3}">
      <dsp:nvSpPr>
        <dsp:cNvPr id="0" name=""/>
        <dsp:cNvSpPr/>
      </dsp:nvSpPr>
      <dsp:spPr>
        <a:xfrm>
          <a:off x="27496" y="1061066"/>
          <a:ext cx="1013162" cy="168860"/>
        </a:xfrm>
        <a:prstGeom prst="parallelogram">
          <a:avLst>
            <a:gd name="adj" fmla="val 140840"/>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3E6DD8D-ADB6-42BB-A16E-76E494F4683B}">
      <dsp:nvSpPr>
        <dsp:cNvPr id="0" name=""/>
        <dsp:cNvSpPr/>
      </dsp:nvSpPr>
      <dsp:spPr>
        <a:xfrm>
          <a:off x="1099760" y="1061066"/>
          <a:ext cx="1013162" cy="168860"/>
        </a:xfrm>
        <a:prstGeom prst="parallelogram">
          <a:avLst>
            <a:gd name="adj" fmla="val 140840"/>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1DE026A-05EA-4D8B-B3F0-FC3CE78FAD18}">
      <dsp:nvSpPr>
        <dsp:cNvPr id="0" name=""/>
        <dsp:cNvSpPr/>
      </dsp:nvSpPr>
      <dsp:spPr>
        <a:xfrm>
          <a:off x="2172023" y="1061066"/>
          <a:ext cx="1013162" cy="168860"/>
        </a:xfrm>
        <a:prstGeom prst="parallelogram">
          <a:avLst>
            <a:gd name="adj" fmla="val 140840"/>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CFF31A8-A76B-4911-86A6-6F23606D7EEF}">
      <dsp:nvSpPr>
        <dsp:cNvPr id="0" name=""/>
        <dsp:cNvSpPr/>
      </dsp:nvSpPr>
      <dsp:spPr>
        <a:xfrm>
          <a:off x="3244287" y="1061066"/>
          <a:ext cx="1013162" cy="168860"/>
        </a:xfrm>
        <a:prstGeom prst="parallelogram">
          <a:avLst>
            <a:gd name="adj" fmla="val 140840"/>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96E0080-747C-4415-9D01-672B955BBE04}">
      <dsp:nvSpPr>
        <dsp:cNvPr id="0" name=""/>
        <dsp:cNvSpPr/>
      </dsp:nvSpPr>
      <dsp:spPr>
        <a:xfrm>
          <a:off x="4316550" y="1061066"/>
          <a:ext cx="1013162" cy="168860"/>
        </a:xfrm>
        <a:prstGeom prst="parallelogram">
          <a:avLst>
            <a:gd name="adj" fmla="val 140840"/>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4A5825E-48D9-4833-A457-5FD520673C71}">
      <dsp:nvSpPr>
        <dsp:cNvPr id="0" name=""/>
        <dsp:cNvSpPr/>
      </dsp:nvSpPr>
      <dsp:spPr>
        <a:xfrm>
          <a:off x="5388813" y="1061066"/>
          <a:ext cx="1013162" cy="168860"/>
        </a:xfrm>
        <a:prstGeom prst="parallelogram">
          <a:avLst>
            <a:gd name="adj" fmla="val 140840"/>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EE94E8D-E992-4838-B1AC-B0E40CCF4BA1}">
      <dsp:nvSpPr>
        <dsp:cNvPr id="0" name=""/>
        <dsp:cNvSpPr/>
      </dsp:nvSpPr>
      <dsp:spPr>
        <a:xfrm>
          <a:off x="6461077" y="1061066"/>
          <a:ext cx="1013162" cy="168860"/>
        </a:xfrm>
        <a:prstGeom prst="parallelogram">
          <a:avLst>
            <a:gd name="adj" fmla="val 140840"/>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A223E5D-66D5-4BBB-AFCE-D9F3E4F303FD}">
      <dsp:nvSpPr>
        <dsp:cNvPr id="0" name=""/>
        <dsp:cNvSpPr/>
      </dsp:nvSpPr>
      <dsp:spPr>
        <a:xfrm>
          <a:off x="498625" y="106836"/>
          <a:ext cx="6977295" cy="5740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b" anchorCtr="0">
          <a:noAutofit/>
        </a:bodyPr>
        <a:lstStyle/>
        <a:p>
          <a:pPr marL="0" lvl="0" indent="0" algn="l" defTabSz="800100">
            <a:lnSpc>
              <a:spcPct val="100000"/>
            </a:lnSpc>
            <a:spcBef>
              <a:spcPct val="0"/>
            </a:spcBef>
            <a:spcAft>
              <a:spcPct val="35000"/>
            </a:spcAft>
            <a:buNone/>
          </a:pPr>
          <a:r>
            <a:rPr lang="en-US" sz="1800" b="0" i="0" kern="1200" dirty="0"/>
            <a:t>A tuple can be passed by value to functions</a:t>
          </a:r>
          <a:endParaRPr lang="en-US" sz="1800" kern="1200" dirty="0"/>
        </a:p>
      </dsp:txBody>
      <dsp:txXfrm>
        <a:off x="498625" y="106836"/>
        <a:ext cx="6977295" cy="574047"/>
      </dsp:txXfrm>
    </dsp:sp>
    <dsp:sp modelId="{2C6411BA-3D48-4A68-802F-016ECE4087B3}">
      <dsp:nvSpPr>
        <dsp:cNvPr id="0" name=""/>
        <dsp:cNvSpPr/>
      </dsp:nvSpPr>
      <dsp:spPr>
        <a:xfrm>
          <a:off x="498625" y="680884"/>
          <a:ext cx="1014152" cy="169025"/>
        </a:xfrm>
        <a:prstGeom prst="parallelogram">
          <a:avLst>
            <a:gd name="adj" fmla="val 140840"/>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3E6DD8D-ADB6-42BB-A16E-76E494F4683B}">
      <dsp:nvSpPr>
        <dsp:cNvPr id="0" name=""/>
        <dsp:cNvSpPr/>
      </dsp:nvSpPr>
      <dsp:spPr>
        <a:xfrm>
          <a:off x="1571936" y="680884"/>
          <a:ext cx="1014152" cy="169025"/>
        </a:xfrm>
        <a:prstGeom prst="parallelogram">
          <a:avLst>
            <a:gd name="adj" fmla="val 140840"/>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1DE026A-05EA-4D8B-B3F0-FC3CE78FAD18}">
      <dsp:nvSpPr>
        <dsp:cNvPr id="0" name=""/>
        <dsp:cNvSpPr/>
      </dsp:nvSpPr>
      <dsp:spPr>
        <a:xfrm>
          <a:off x="2645248" y="680884"/>
          <a:ext cx="1014152" cy="169025"/>
        </a:xfrm>
        <a:prstGeom prst="parallelogram">
          <a:avLst>
            <a:gd name="adj" fmla="val 140840"/>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CFF31A8-A76B-4911-86A6-6F23606D7EEF}">
      <dsp:nvSpPr>
        <dsp:cNvPr id="0" name=""/>
        <dsp:cNvSpPr/>
      </dsp:nvSpPr>
      <dsp:spPr>
        <a:xfrm>
          <a:off x="3718559" y="680884"/>
          <a:ext cx="1014152" cy="169025"/>
        </a:xfrm>
        <a:prstGeom prst="parallelogram">
          <a:avLst>
            <a:gd name="adj" fmla="val 140840"/>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96E0080-747C-4415-9D01-672B955BBE04}">
      <dsp:nvSpPr>
        <dsp:cNvPr id="0" name=""/>
        <dsp:cNvSpPr/>
      </dsp:nvSpPr>
      <dsp:spPr>
        <a:xfrm>
          <a:off x="4791871" y="680884"/>
          <a:ext cx="1014152" cy="169025"/>
        </a:xfrm>
        <a:prstGeom prst="parallelogram">
          <a:avLst>
            <a:gd name="adj" fmla="val 140840"/>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4A5825E-48D9-4833-A457-5FD520673C71}">
      <dsp:nvSpPr>
        <dsp:cNvPr id="0" name=""/>
        <dsp:cNvSpPr/>
      </dsp:nvSpPr>
      <dsp:spPr>
        <a:xfrm>
          <a:off x="5865182" y="680884"/>
          <a:ext cx="1014152" cy="169025"/>
        </a:xfrm>
        <a:prstGeom prst="parallelogram">
          <a:avLst>
            <a:gd name="adj" fmla="val 140840"/>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EE94E8D-E992-4838-B1AC-B0E40CCF4BA1}">
      <dsp:nvSpPr>
        <dsp:cNvPr id="0" name=""/>
        <dsp:cNvSpPr/>
      </dsp:nvSpPr>
      <dsp:spPr>
        <a:xfrm>
          <a:off x="6938494" y="680884"/>
          <a:ext cx="1014152" cy="169025"/>
        </a:xfrm>
        <a:prstGeom prst="parallelogram">
          <a:avLst>
            <a:gd name="adj" fmla="val 140840"/>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A223E5D-66D5-4BBB-AFCE-D9F3E4F303FD}">
      <dsp:nvSpPr>
        <dsp:cNvPr id="0" name=""/>
        <dsp:cNvSpPr/>
      </dsp:nvSpPr>
      <dsp:spPr>
        <a:xfrm>
          <a:off x="502264" y="107199"/>
          <a:ext cx="6970482" cy="5734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b" anchorCtr="0">
          <a:noAutofit/>
        </a:bodyPr>
        <a:lstStyle/>
        <a:p>
          <a:pPr marL="0" lvl="0" indent="0" algn="l" defTabSz="800100">
            <a:lnSpc>
              <a:spcPct val="100000"/>
            </a:lnSpc>
            <a:spcBef>
              <a:spcPct val="0"/>
            </a:spcBef>
            <a:spcAft>
              <a:spcPct val="35000"/>
            </a:spcAft>
            <a:buNone/>
          </a:pPr>
          <a:r>
            <a:rPr lang="en-US" sz="1800" b="0" i="0" kern="1200" dirty="0"/>
            <a:t>We can break down tuples into smaller variables in Rust, known as </a:t>
          </a:r>
          <a:r>
            <a:rPr lang="en-US" sz="1800" b="0" i="0" kern="1200" dirty="0" err="1"/>
            <a:t>destructuring</a:t>
          </a:r>
          <a:r>
            <a:rPr lang="en-US" sz="1800" b="0" i="0" kern="1200" dirty="0"/>
            <a:t>.</a:t>
          </a:r>
          <a:endParaRPr lang="en-US" sz="1800" kern="1200" dirty="0"/>
        </a:p>
      </dsp:txBody>
      <dsp:txXfrm>
        <a:off x="502264" y="107199"/>
        <a:ext cx="6970482" cy="573487"/>
      </dsp:txXfrm>
    </dsp:sp>
    <dsp:sp modelId="{2C6411BA-3D48-4A68-802F-016ECE4087B3}">
      <dsp:nvSpPr>
        <dsp:cNvPr id="0" name=""/>
        <dsp:cNvSpPr/>
      </dsp:nvSpPr>
      <dsp:spPr>
        <a:xfrm>
          <a:off x="502264" y="680686"/>
          <a:ext cx="1013162" cy="168860"/>
        </a:xfrm>
        <a:prstGeom prst="parallelogram">
          <a:avLst>
            <a:gd name="adj" fmla="val 140840"/>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3E6DD8D-ADB6-42BB-A16E-76E494F4683B}">
      <dsp:nvSpPr>
        <dsp:cNvPr id="0" name=""/>
        <dsp:cNvSpPr/>
      </dsp:nvSpPr>
      <dsp:spPr>
        <a:xfrm>
          <a:off x="1574528" y="680686"/>
          <a:ext cx="1013162" cy="168860"/>
        </a:xfrm>
        <a:prstGeom prst="parallelogram">
          <a:avLst>
            <a:gd name="adj" fmla="val 140840"/>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1DE026A-05EA-4D8B-B3F0-FC3CE78FAD18}">
      <dsp:nvSpPr>
        <dsp:cNvPr id="0" name=""/>
        <dsp:cNvSpPr/>
      </dsp:nvSpPr>
      <dsp:spPr>
        <a:xfrm>
          <a:off x="2646791" y="680686"/>
          <a:ext cx="1013162" cy="168860"/>
        </a:xfrm>
        <a:prstGeom prst="parallelogram">
          <a:avLst>
            <a:gd name="adj" fmla="val 140840"/>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CFF31A8-A76B-4911-86A6-6F23606D7EEF}">
      <dsp:nvSpPr>
        <dsp:cNvPr id="0" name=""/>
        <dsp:cNvSpPr/>
      </dsp:nvSpPr>
      <dsp:spPr>
        <a:xfrm>
          <a:off x="3719054" y="680686"/>
          <a:ext cx="1013162" cy="168860"/>
        </a:xfrm>
        <a:prstGeom prst="parallelogram">
          <a:avLst>
            <a:gd name="adj" fmla="val 140840"/>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96E0080-747C-4415-9D01-672B955BBE04}">
      <dsp:nvSpPr>
        <dsp:cNvPr id="0" name=""/>
        <dsp:cNvSpPr/>
      </dsp:nvSpPr>
      <dsp:spPr>
        <a:xfrm>
          <a:off x="4791318" y="680686"/>
          <a:ext cx="1013162" cy="168860"/>
        </a:xfrm>
        <a:prstGeom prst="parallelogram">
          <a:avLst>
            <a:gd name="adj" fmla="val 140840"/>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4A5825E-48D9-4833-A457-5FD520673C71}">
      <dsp:nvSpPr>
        <dsp:cNvPr id="0" name=""/>
        <dsp:cNvSpPr/>
      </dsp:nvSpPr>
      <dsp:spPr>
        <a:xfrm>
          <a:off x="5863581" y="680686"/>
          <a:ext cx="1013162" cy="168860"/>
        </a:xfrm>
        <a:prstGeom prst="parallelogram">
          <a:avLst>
            <a:gd name="adj" fmla="val 140840"/>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EE94E8D-E992-4838-B1AC-B0E40CCF4BA1}">
      <dsp:nvSpPr>
        <dsp:cNvPr id="0" name=""/>
        <dsp:cNvSpPr/>
      </dsp:nvSpPr>
      <dsp:spPr>
        <a:xfrm>
          <a:off x="6935845" y="680686"/>
          <a:ext cx="1013162" cy="168860"/>
        </a:xfrm>
        <a:prstGeom prst="parallelogram">
          <a:avLst>
            <a:gd name="adj" fmla="val 140840"/>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00A56DD-9CF8-403F-A0FE-5DD690570AFA}">
      <dsp:nvSpPr>
        <dsp:cNvPr id="0" name=""/>
        <dsp:cNvSpPr/>
      </dsp:nvSpPr>
      <dsp:spPr>
        <a:xfrm rot="5400000">
          <a:off x="-139838" y="141230"/>
          <a:ext cx="932259" cy="652581"/>
        </a:xfrm>
        <a:prstGeom prst="chevron">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endParaRPr lang="en-US" sz="2000" b="0" kern="1200" dirty="0"/>
        </a:p>
      </dsp:txBody>
      <dsp:txXfrm rot="-5400000">
        <a:off x="2" y="327682"/>
        <a:ext cx="652581" cy="279678"/>
      </dsp:txXfrm>
    </dsp:sp>
    <dsp:sp modelId="{15DBB221-C938-40C8-B8BD-B896E7060434}">
      <dsp:nvSpPr>
        <dsp:cNvPr id="0" name=""/>
        <dsp:cNvSpPr/>
      </dsp:nvSpPr>
      <dsp:spPr>
        <a:xfrm rot="5400000">
          <a:off x="4180217" y="-3526244"/>
          <a:ext cx="605968" cy="7661240"/>
        </a:xfrm>
        <a:prstGeom prst="round2Same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en-US" sz="2000" b="0" i="0" kern="1200" dirty="0"/>
            <a:t>A slice is a pointer to a block of memory. </a:t>
          </a:r>
          <a:endParaRPr lang="en-US" sz="2000" b="0" kern="1200" dirty="0"/>
        </a:p>
      </dsp:txBody>
      <dsp:txXfrm rot="-5400000">
        <a:off x="652582" y="30972"/>
        <a:ext cx="7631659" cy="546806"/>
      </dsp:txXfrm>
    </dsp:sp>
    <dsp:sp modelId="{27AC84B8-9797-493E-84D5-91C128D4D120}">
      <dsp:nvSpPr>
        <dsp:cNvPr id="0" name=""/>
        <dsp:cNvSpPr/>
      </dsp:nvSpPr>
      <dsp:spPr>
        <a:xfrm rot="5400000">
          <a:off x="-139838" y="954216"/>
          <a:ext cx="932259" cy="652581"/>
        </a:xfrm>
        <a:prstGeom prst="chevron">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endParaRPr lang="en-US" sz="2000" b="0" i="0" kern="1200" dirty="0"/>
        </a:p>
      </dsp:txBody>
      <dsp:txXfrm rot="-5400000">
        <a:off x="2" y="1140668"/>
        <a:ext cx="652581" cy="279678"/>
      </dsp:txXfrm>
    </dsp:sp>
    <dsp:sp modelId="{809FEF79-CC88-4EF0-872C-B39C88AEF6AE}">
      <dsp:nvSpPr>
        <dsp:cNvPr id="0" name=""/>
        <dsp:cNvSpPr/>
      </dsp:nvSpPr>
      <dsp:spPr>
        <a:xfrm rot="5400000">
          <a:off x="4180217" y="-2713258"/>
          <a:ext cx="605968" cy="7661240"/>
        </a:xfrm>
        <a:prstGeom prst="round2Same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en-US" sz="2000" b="0" i="0" kern="1200" dirty="0"/>
            <a:t>Slices can be used to access portions of data stored in contiguous memory blocks. </a:t>
          </a:r>
        </a:p>
      </dsp:txBody>
      <dsp:txXfrm rot="-5400000">
        <a:off x="652582" y="843958"/>
        <a:ext cx="7631659" cy="546806"/>
      </dsp:txXfrm>
    </dsp:sp>
    <dsp:sp modelId="{8C578ED6-935A-4469-A563-AFDBF75C3739}">
      <dsp:nvSpPr>
        <dsp:cNvPr id="0" name=""/>
        <dsp:cNvSpPr/>
      </dsp:nvSpPr>
      <dsp:spPr>
        <a:xfrm rot="5400000">
          <a:off x="-139838" y="1767203"/>
          <a:ext cx="932259" cy="652581"/>
        </a:xfrm>
        <a:prstGeom prst="chevron">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endParaRPr lang="en-US" sz="2000" b="0" i="0" kern="1200" dirty="0"/>
        </a:p>
      </dsp:txBody>
      <dsp:txXfrm rot="-5400000">
        <a:off x="2" y="1953655"/>
        <a:ext cx="652581" cy="279678"/>
      </dsp:txXfrm>
    </dsp:sp>
    <dsp:sp modelId="{0054A9C4-A80F-4158-B3D2-879928C20E57}">
      <dsp:nvSpPr>
        <dsp:cNvPr id="0" name=""/>
        <dsp:cNvSpPr/>
      </dsp:nvSpPr>
      <dsp:spPr>
        <a:xfrm rot="5400000">
          <a:off x="4180217" y="-1900271"/>
          <a:ext cx="605968" cy="7661240"/>
        </a:xfrm>
        <a:prstGeom prst="round2Same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en-US" sz="2000" b="0" i="0" kern="1200" dirty="0"/>
            <a:t>It can be used with data structures like arrays, vectors and strings. </a:t>
          </a:r>
        </a:p>
      </dsp:txBody>
      <dsp:txXfrm rot="-5400000">
        <a:off x="652582" y="1656945"/>
        <a:ext cx="7631659" cy="546806"/>
      </dsp:txXfrm>
    </dsp:sp>
    <dsp:sp modelId="{F8EB4DC3-07CD-4168-B282-E6177C9F9C0F}">
      <dsp:nvSpPr>
        <dsp:cNvPr id="0" name=""/>
        <dsp:cNvSpPr/>
      </dsp:nvSpPr>
      <dsp:spPr>
        <a:xfrm rot="5400000">
          <a:off x="-139838" y="2580189"/>
          <a:ext cx="932259" cy="652581"/>
        </a:xfrm>
        <a:prstGeom prst="chevron">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endParaRPr lang="en-US" sz="2000" b="0" i="0" kern="1200" dirty="0"/>
        </a:p>
      </dsp:txBody>
      <dsp:txXfrm rot="-5400000">
        <a:off x="2" y="2766641"/>
        <a:ext cx="652581" cy="279678"/>
      </dsp:txXfrm>
    </dsp:sp>
    <dsp:sp modelId="{081BE9A7-8B86-40B5-8202-C4C2CB255C62}">
      <dsp:nvSpPr>
        <dsp:cNvPr id="0" name=""/>
        <dsp:cNvSpPr/>
      </dsp:nvSpPr>
      <dsp:spPr>
        <a:xfrm rot="5400000">
          <a:off x="4180217" y="-1087285"/>
          <a:ext cx="605968" cy="7661240"/>
        </a:xfrm>
        <a:prstGeom prst="round2Same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en-US" sz="2000" b="0" i="0" kern="1200" dirty="0"/>
            <a:t>Slices use index numbers to access portions of data. The size of a slice is determined at runtime.</a:t>
          </a:r>
        </a:p>
      </dsp:txBody>
      <dsp:txXfrm rot="-5400000">
        <a:off x="652582" y="2469931"/>
        <a:ext cx="7631659" cy="546806"/>
      </dsp:txXfrm>
    </dsp:sp>
    <dsp:sp modelId="{C283936B-8488-4F48-B56A-7546278CAFAC}">
      <dsp:nvSpPr>
        <dsp:cNvPr id="0" name=""/>
        <dsp:cNvSpPr/>
      </dsp:nvSpPr>
      <dsp:spPr>
        <a:xfrm rot="5400000">
          <a:off x="-139838" y="3393176"/>
          <a:ext cx="932259" cy="652581"/>
        </a:xfrm>
        <a:prstGeom prst="chevron">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endParaRPr lang="en-US" sz="2000" b="0" i="0" kern="1200" dirty="0"/>
        </a:p>
      </dsp:txBody>
      <dsp:txXfrm rot="-5400000">
        <a:off x="2" y="3579628"/>
        <a:ext cx="652581" cy="279678"/>
      </dsp:txXfrm>
    </dsp:sp>
    <dsp:sp modelId="{7D95EBEA-45AC-41F1-8A3D-1560A5056631}">
      <dsp:nvSpPr>
        <dsp:cNvPr id="0" name=""/>
        <dsp:cNvSpPr/>
      </dsp:nvSpPr>
      <dsp:spPr>
        <a:xfrm rot="5400000">
          <a:off x="4180217" y="-274298"/>
          <a:ext cx="605968" cy="7661240"/>
        </a:xfrm>
        <a:prstGeom prst="round2Same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en-US" sz="2000" b="0" i="0" kern="1200" dirty="0"/>
            <a:t>Slices are pointers to the actual data. They are passed by reference to functions, which is also known as borrowing.</a:t>
          </a:r>
        </a:p>
      </dsp:txBody>
      <dsp:txXfrm rot="-5400000">
        <a:off x="652582" y="3282918"/>
        <a:ext cx="7631659" cy="546806"/>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2C020DB-BFE4-40BF-9B34-5B540479757A}">
      <dsp:nvSpPr>
        <dsp:cNvPr id="0" name=""/>
        <dsp:cNvSpPr/>
      </dsp:nvSpPr>
      <dsp:spPr>
        <a:xfrm>
          <a:off x="0" y="6483"/>
          <a:ext cx="7985886" cy="1235519"/>
        </a:xfrm>
        <a:prstGeom prst="roundRect">
          <a:avLst/>
        </a:prstGeom>
        <a:solidFill>
          <a:srgbClr val="00206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44525">
            <a:lnSpc>
              <a:spcPct val="90000"/>
            </a:lnSpc>
            <a:spcBef>
              <a:spcPct val="0"/>
            </a:spcBef>
            <a:spcAft>
              <a:spcPct val="35000"/>
            </a:spcAft>
            <a:buNone/>
          </a:pPr>
          <a:r>
            <a:rPr lang="en-US" sz="1450" kern="1200" dirty="0"/>
            <a:t>You have been invited to join the team of  developers to build a Public Service APS level checker for the Federal Government of Nigeria. You have been provided the following table below.</a:t>
          </a:r>
        </a:p>
        <a:p>
          <a:pPr marL="0" lvl="0" indent="0" algn="l" defTabSz="644525">
            <a:lnSpc>
              <a:spcPct val="90000"/>
            </a:lnSpc>
            <a:spcBef>
              <a:spcPct val="0"/>
            </a:spcBef>
            <a:spcAft>
              <a:spcPct val="35000"/>
            </a:spcAft>
            <a:buNone/>
          </a:pPr>
          <a:r>
            <a:rPr lang="en-US" sz="1450" kern="1200" dirty="0"/>
            <a:t>Develop a Rust program using vectors to validate Staff level. E.g. If Staff is an Associate Lawyer, and has 5-8 years of work experience, then the staff holds position APS 5-8.</a:t>
          </a:r>
        </a:p>
      </dsp:txBody>
      <dsp:txXfrm>
        <a:off x="60313" y="66796"/>
        <a:ext cx="7865260" cy="1114893"/>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85E2E79-F435-42E1-80A5-E1D03F9DF01F}">
      <dsp:nvSpPr>
        <dsp:cNvPr id="0" name=""/>
        <dsp:cNvSpPr/>
      </dsp:nvSpPr>
      <dsp:spPr>
        <a:xfrm>
          <a:off x="203852" y="2044"/>
          <a:ext cx="7047458" cy="4228475"/>
        </a:xfrm>
        <a:prstGeom prst="rect">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0" i="0" kern="1200" dirty="0"/>
            <a:t>Ernst &amp; Young (EY) Global Limited, is a multinational professional services network with headquarters in London and branch offices all around the world. EY is one of the largest professional services networks in the world. EY Nigeria recently launched a project and are scouting for developers with the highest years of experience. You have been contacted by the CEO of EY Nigeria to develop a Rust program to find the person with the highest years of programming experience during the job interview using any rust compound data type.</a:t>
          </a:r>
          <a:endParaRPr lang="en-US" sz="2400" kern="1200" dirty="0"/>
        </a:p>
      </dsp:txBody>
      <dsp:txXfrm>
        <a:off x="203852" y="2044"/>
        <a:ext cx="7047458" cy="4228475"/>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layout3.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8/layout/VerticalAccentList">
  <dgm:title val=""/>
  <dgm:desc val=""/>
  <dgm:catLst>
    <dgm:cat type="list" pri="16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clrData>
  <dgm:layoutNode name="Name0">
    <dgm:varLst>
      <dgm:chMax/>
      <dgm:chPref/>
      <dgm:dir/>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constrLst>
      <dgm:constr type="primFontSz" for="des" forName="parenttext" refType="primFontSz" refFor="des" refForName="childtext" op="gte"/>
      <dgm:constr type="w" for="ch" forName="composite" refType="w"/>
      <dgm:constr type="h" for="ch" forName="composite" refType="h"/>
      <dgm:constr type="w" for="ch" forName="parallelogramComposite" refType="w"/>
      <dgm:constr type="h" for="ch" forName="parallelogramComposite" refType="h"/>
      <dgm:constr type="w" for="ch" forName="parenttextcomposite" refType="w" fact="0.9"/>
      <dgm:constr type="h" for="ch" forName="parenttextcomposite" refType="h" fact="0.6"/>
      <dgm:constr type="h" for="ch" forName="sibTrans" refType="h" refFor="ch" refForName="composite" op="equ" fact="0.02"/>
      <dgm:constr type="h" for="ch" forName="sibTrans" op="equ"/>
    </dgm:constrLst>
    <dgm:forEach name="nodesForEach" axis="ch" ptType="node">
      <dgm:layoutNode name="parenttextcomposite">
        <dgm:alg type="composite">
          <dgm:param type="ar" val="11"/>
        </dgm:alg>
        <dgm:shape xmlns:r="http://schemas.openxmlformats.org/officeDocument/2006/relationships" r:blip="">
          <dgm:adjLst/>
        </dgm:shape>
        <dgm:constrLst>
          <dgm:constr type="h" for="ch" forName="parenttext" refType="h"/>
          <dgm:constr type="w" for="ch" forName="parenttext" refType="w"/>
        </dgm:constrLst>
        <dgm:layoutNode name="parenttext" styleLbl="revTx">
          <dgm:varLst>
            <dgm:chMax/>
            <dgm:chPref val="2"/>
            <dgm:bulletEnabled val="1"/>
          </dgm:varLst>
          <dgm:choose name="Name4">
            <dgm:if name="Name5" func="var" arg="dir" op="equ" val="norm">
              <dgm:alg type="tx">
                <dgm:param type="parTxLTRAlign" val="l"/>
                <dgm:param type="txAnchorVert" val="b"/>
              </dgm:alg>
            </dgm:if>
            <dgm:else name="Name6">
              <dgm:alg type="tx">
                <dgm:param type="parTxLTRAlign" val="r"/>
                <dgm:param type="txAnchorVert" val="b"/>
              </dgm:alg>
            </dgm:else>
          </dgm:choose>
          <dgm:shape xmlns:r="http://schemas.openxmlformats.org/officeDocument/2006/relationships" type="rect"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choose name="Name7">
        <dgm:if name="Name8" axis="ch" ptType="node" func="cnt" op="gte" val="1">
          <dgm:layoutNode name="composite">
            <dgm:alg type="composite">
              <dgm:param type="ar" val="6"/>
            </dgm:alg>
            <dgm:shape xmlns:r="http://schemas.openxmlformats.org/officeDocument/2006/relationships" r:blip="">
              <dgm:adjLst/>
            </dgm:shape>
            <dgm:choose name="Name9">
              <dgm:if name="Name10" func="var" arg="dir" op="equ" val="norm">
                <dgm:constrLst>
                  <dgm:constr type="l" for="ch" forName="chevron1" refType="w" fact="0.0301"/>
                  <dgm:constr type="t" for="ch" forName="chevron1" refType="h" fact="0"/>
                  <dgm:constr type="w" for="ch" forName="chevron1" refType="w" fact="0.2106"/>
                  <dgm:constr type="h" for="ch" forName="chevron1" refType="h"/>
                  <dgm:constr type="l" for="ch" forName="chevron2" refType="w" fact="0.1566"/>
                  <dgm:constr type="t" for="ch" forName="chevron2" refType="h" fact="0"/>
                  <dgm:constr type="w" for="ch" forName="chevron2" refType="w" fact="0.2106"/>
                  <dgm:constr type="h" for="ch" forName="chevron2" refType="h"/>
                  <dgm:constr type="l" for="ch" forName="chevron3" refType="w" fact="0.2832"/>
                  <dgm:constr type="t" for="ch" forName="chevron3" refType="h" fact="0"/>
                  <dgm:constr type="w" for="ch" forName="chevron3" refType="w" fact="0.2106"/>
                  <dgm:constr type="h" for="ch" forName="chevron3" refType="h"/>
                  <dgm:constr type="l" for="ch" forName="chevron4" refType="w" fact="0.4097"/>
                  <dgm:constr type="t" for="ch" forName="chevron4" refType="h" fact="0"/>
                  <dgm:constr type="w" for="ch" forName="chevron4" refType="w" fact="0.2106"/>
                  <dgm:constr type="h" for="ch" forName="chevron4" refType="h"/>
                  <dgm:constr type="l" for="ch" forName="chevron5" refType="w" fact="0.5363"/>
                  <dgm:constr type="t" for="ch" forName="chevron5" refType="h" fact="0"/>
                  <dgm:constr type="w" for="ch" forName="chevron5" refType="w" fact="0.2106"/>
                  <dgm:constr type="h" for="ch" forName="chevron5" refType="h"/>
                  <dgm:constr type="l" for="ch" forName="chevron6" refType="w" fact="0.6628"/>
                  <dgm:constr type="t" for="ch" forName="chevron6" refType="h" fact="0"/>
                  <dgm:constr type="w" for="ch" forName="chevron6" refType="w" fact="0.2106"/>
                  <dgm:constr type="h" for="ch" forName="chevron6" refType="h"/>
                  <dgm:constr type="l" for="ch" forName="chevron7" refType="w" fact="0.7894"/>
                  <dgm:constr type="t" for="ch" forName="chevron7" refType="h" fact="0"/>
                  <dgm:constr type="w" for="ch" forName="chevron7" refType="w" fact="0.2106"/>
                  <dgm:constr type="h" for="ch" forName="chevron7" refType="h"/>
                  <dgm:constr type="l" for="ch" forName="childtext" refType="w" fact="0.0301"/>
                  <dgm:constr type="t" for="ch" forName="childtext" refType="h" fact="0.1"/>
                  <dgm:constr type="w" for="ch" forName="childtext" refType="w" fact="0.9117"/>
                  <dgm:constr type="h" for="ch" forName="childtext" refType="h" fact="0.8"/>
                </dgm:constrLst>
              </dgm:if>
              <dgm:else name="Name11">
                <dgm:constrLst>
                  <dgm:constr type="l" for="ch" forName="chevron1" refType="w" fact="0.0301"/>
                  <dgm:constr type="t" for="ch" forName="chevron1" refType="h" fact="0"/>
                  <dgm:constr type="w" for="ch" forName="chevron1" refType="w" fact="0.2106"/>
                  <dgm:constr type="h" for="ch" forName="chevron1" refType="h"/>
                  <dgm:constr type="l" for="ch" forName="chevron2" refType="w" fact="0.1566"/>
                  <dgm:constr type="t" for="ch" forName="chevron2" refType="h" fact="0"/>
                  <dgm:constr type="w" for="ch" forName="chevron2" refType="w" fact="0.2106"/>
                  <dgm:constr type="h" for="ch" forName="chevron2" refType="h"/>
                  <dgm:constr type="l" for="ch" forName="chevron3" refType="w" fact="0.2832"/>
                  <dgm:constr type="t" for="ch" forName="chevron3" refType="h" fact="0"/>
                  <dgm:constr type="w" for="ch" forName="chevron3" refType="w" fact="0.2106"/>
                  <dgm:constr type="h" for="ch" forName="chevron3" refType="h"/>
                  <dgm:constr type="l" for="ch" forName="chevron4" refType="w" fact="0.4097"/>
                  <dgm:constr type="t" for="ch" forName="chevron4" refType="h" fact="0"/>
                  <dgm:constr type="w" for="ch" forName="chevron4" refType="w" fact="0.2106"/>
                  <dgm:constr type="h" for="ch" forName="chevron4" refType="h"/>
                  <dgm:constr type="l" for="ch" forName="chevron5" refType="w" fact="0.5363"/>
                  <dgm:constr type="t" for="ch" forName="chevron5" refType="h" fact="0"/>
                  <dgm:constr type="w" for="ch" forName="chevron5" refType="w" fact="0.2106"/>
                  <dgm:constr type="h" for="ch" forName="chevron5" refType="h"/>
                  <dgm:constr type="l" for="ch" forName="chevron6" refType="w" fact="0.6628"/>
                  <dgm:constr type="t" for="ch" forName="chevron6" refType="h" fact="0"/>
                  <dgm:constr type="w" for="ch" forName="chevron6" refType="w" fact="0.2106"/>
                  <dgm:constr type="h" for="ch" forName="chevron6" refType="h"/>
                  <dgm:constr type="l" for="ch" forName="chevron7" refType="w" fact="0.7894"/>
                  <dgm:constr type="t" for="ch" forName="chevron7" refType="h" fact="0"/>
                  <dgm:constr type="w" for="ch" forName="chevron7" refType="w" fact="0.2106"/>
                  <dgm:constr type="h" for="ch" forName="chevron7" refType="h"/>
                  <dgm:constr type="l" for="ch" forName="childtext" refType="w" fact="0.0883"/>
                  <dgm:constr type="t" for="ch" forName="childtext" refType="h" fact="0.1"/>
                  <dgm:constr type="w" for="ch" forName="childtext" refType="w" fact="0.9117"/>
                  <dgm:constr type="h" for="ch" forName="childtext" refType="h" fact="0.8"/>
                </dgm:constrLst>
              </dgm:else>
            </dgm:choose>
            <dgm:ruleLst/>
            <dgm:layoutNode name="chevron1" styleLbl="alignNode1">
              <dgm:alg type="sp"/>
              <dgm:choose name="Name12">
                <dgm:if name="Name13" func="var" arg="dir" op="equ" val="norm">
                  <dgm:shape xmlns:r="http://schemas.openxmlformats.org/officeDocument/2006/relationships" type="chevron" r:blip="">
                    <dgm:adjLst>
                      <dgm:adj idx="1" val="0.7061"/>
                    </dgm:adjLst>
                  </dgm:shape>
                </dgm:if>
                <dgm:else name="Name14">
                  <dgm:shape xmlns:r="http://schemas.openxmlformats.org/officeDocument/2006/relationships" rot="180" type="chevron" r:blip="">
                    <dgm:adjLst>
                      <dgm:adj idx="1" val="0.7061"/>
                    </dgm:adjLst>
                  </dgm:shape>
                </dgm:else>
              </dgm:choose>
              <dgm:presOf/>
            </dgm:layoutNode>
            <dgm:layoutNode name="chevron2" styleLbl="alignNode1">
              <dgm:alg type="sp"/>
              <dgm:choose name="Name15">
                <dgm:if name="Name16" func="var" arg="dir" op="equ" val="norm">
                  <dgm:shape xmlns:r="http://schemas.openxmlformats.org/officeDocument/2006/relationships" type="chevron" r:blip="">
                    <dgm:adjLst>
                      <dgm:adj idx="1" val="0.7061"/>
                    </dgm:adjLst>
                  </dgm:shape>
                </dgm:if>
                <dgm:else name="Name17">
                  <dgm:shape xmlns:r="http://schemas.openxmlformats.org/officeDocument/2006/relationships" rot="180" type="chevron" r:blip="">
                    <dgm:adjLst>
                      <dgm:adj idx="1" val="0.7061"/>
                    </dgm:adjLst>
                  </dgm:shape>
                </dgm:else>
              </dgm:choose>
              <dgm:presOf/>
            </dgm:layoutNode>
            <dgm:layoutNode name="chevron3" styleLbl="alignNode1">
              <dgm:alg type="sp"/>
              <dgm:choose name="Name18">
                <dgm:if name="Name19" func="var" arg="dir" op="equ" val="norm">
                  <dgm:shape xmlns:r="http://schemas.openxmlformats.org/officeDocument/2006/relationships" type="chevron" r:blip="">
                    <dgm:adjLst>
                      <dgm:adj idx="1" val="0.7061"/>
                    </dgm:adjLst>
                  </dgm:shape>
                </dgm:if>
                <dgm:else name="Name20">
                  <dgm:shape xmlns:r="http://schemas.openxmlformats.org/officeDocument/2006/relationships" rot="180" type="chevron" r:blip="">
                    <dgm:adjLst>
                      <dgm:adj idx="1" val="0.7061"/>
                    </dgm:adjLst>
                  </dgm:shape>
                </dgm:else>
              </dgm:choose>
              <dgm:presOf/>
            </dgm:layoutNode>
            <dgm:layoutNode name="chevron4" styleLbl="alignNode1">
              <dgm:alg type="sp"/>
              <dgm:choose name="Name21">
                <dgm:if name="Name22" func="var" arg="dir" op="equ" val="norm">
                  <dgm:shape xmlns:r="http://schemas.openxmlformats.org/officeDocument/2006/relationships" type="chevron" r:blip="">
                    <dgm:adjLst>
                      <dgm:adj idx="1" val="0.7061"/>
                    </dgm:adjLst>
                  </dgm:shape>
                </dgm:if>
                <dgm:else name="Name23">
                  <dgm:shape xmlns:r="http://schemas.openxmlformats.org/officeDocument/2006/relationships" rot="180" type="chevron" r:blip="">
                    <dgm:adjLst>
                      <dgm:adj idx="1" val="0.7061"/>
                    </dgm:adjLst>
                  </dgm:shape>
                </dgm:else>
              </dgm:choose>
              <dgm:presOf/>
            </dgm:layoutNode>
            <dgm:layoutNode name="chevron5" styleLbl="alignNode1">
              <dgm:alg type="sp"/>
              <dgm:choose name="Name24">
                <dgm:if name="Name25" func="var" arg="dir" op="equ" val="norm">
                  <dgm:shape xmlns:r="http://schemas.openxmlformats.org/officeDocument/2006/relationships" type="chevron" r:blip="">
                    <dgm:adjLst>
                      <dgm:adj idx="1" val="0.7061"/>
                    </dgm:adjLst>
                  </dgm:shape>
                </dgm:if>
                <dgm:else name="Name26">
                  <dgm:shape xmlns:r="http://schemas.openxmlformats.org/officeDocument/2006/relationships" rot="180" type="chevron" r:blip="">
                    <dgm:adjLst>
                      <dgm:adj idx="1" val="0.7061"/>
                    </dgm:adjLst>
                  </dgm:shape>
                </dgm:else>
              </dgm:choose>
              <dgm:presOf/>
            </dgm:layoutNode>
            <dgm:layoutNode name="chevron6" styleLbl="alignNode1">
              <dgm:alg type="sp"/>
              <dgm:choose name="Name27">
                <dgm:if name="Name28" func="var" arg="dir" op="equ" val="norm">
                  <dgm:shape xmlns:r="http://schemas.openxmlformats.org/officeDocument/2006/relationships" type="chevron" r:blip="">
                    <dgm:adjLst>
                      <dgm:adj idx="1" val="0.7061"/>
                    </dgm:adjLst>
                  </dgm:shape>
                </dgm:if>
                <dgm:else name="Name29">
                  <dgm:shape xmlns:r="http://schemas.openxmlformats.org/officeDocument/2006/relationships" rot="180" type="chevron" r:blip="">
                    <dgm:adjLst>
                      <dgm:adj idx="1" val="0.7061"/>
                    </dgm:adjLst>
                  </dgm:shape>
                </dgm:else>
              </dgm:choose>
              <dgm:presOf/>
            </dgm:layoutNode>
            <dgm:layoutNode name="chevron7" styleLbl="alignNode1">
              <dgm:alg type="sp"/>
              <dgm:choose name="Name30">
                <dgm:if name="Name31" func="var" arg="dir" op="equ" val="norm">
                  <dgm:shape xmlns:r="http://schemas.openxmlformats.org/officeDocument/2006/relationships" type="chevron" r:blip="">
                    <dgm:adjLst>
                      <dgm:adj idx="1" val="0.7061"/>
                    </dgm:adjLst>
                  </dgm:shape>
                </dgm:if>
                <dgm:else name="Name32">
                  <dgm:shape xmlns:r="http://schemas.openxmlformats.org/officeDocument/2006/relationships" rot="180" type="chevron" r:blip="">
                    <dgm:adjLst>
                      <dgm:adj idx="1" val="0.7061"/>
                    </dgm:adjLst>
                  </dgm:shape>
                </dgm:else>
              </dgm:choose>
              <dgm:presOf/>
            </dgm:layoutNode>
            <dgm:layoutNode name="childtext" styleLbl="solidFgAcc1">
              <dgm:varLst>
                <dgm:chMax/>
                <dgm:chPref val="0"/>
                <dgm:bulletEnabled val="1"/>
              </dgm:varLst>
              <dgm:choose name="Name33">
                <dgm:if name="Name34" func="var" arg="dir" op="equ" val="norm">
                  <dgm:alg type="tx">
                    <dgm:param type="parTxLTRAlign" val="l"/>
                    <dgm:param type="txAnchorVertCh" val="t"/>
                  </dgm:alg>
                </dgm:if>
                <dgm:else name="Name35">
                  <dgm:alg type="tx">
                    <dgm:param type="parTxLTRAlign" val="r"/>
                    <dgm:param type="shpTxLTRAlignCh" val="r"/>
                    <dgm:param type="txAnchorVertCh" val="t"/>
                  </dgm:alg>
                </dgm:else>
              </dgm:choose>
              <dgm:shape xmlns:r="http://schemas.openxmlformats.org/officeDocument/2006/relationships" type="rect" r:blip="">
                <dgm:adjLst/>
              </dgm:shape>
              <dgm:presOf axis="des" ptType="node"/>
              <dgm:constrLst>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dgm:if>
        <dgm:else name="Name36">
          <dgm:layoutNode name="parallelogramComposite">
            <dgm:alg type="composite">
              <dgm:param type="ar" val="50"/>
            </dgm:alg>
            <dgm:shape xmlns:r="http://schemas.openxmlformats.org/officeDocument/2006/relationships" r:blip="">
              <dgm:adjLst/>
            </dgm:shape>
            <dgm:constrLst>
              <dgm:constr type="l" for="ch" forName="parallelogram1" refType="w" fact="0"/>
              <dgm:constr type="t" for="ch" forName="parallelogram1" refType="h" fact="0"/>
              <dgm:constr type="w" for="ch" forName="parallelogram1" refType="w" fact="0.12"/>
              <dgm:constr type="h" for="ch" forName="parallelogram1" refType="h"/>
              <dgm:constr type="l" for="ch" forName="parallelogram2" refType="w" fact="0.127"/>
              <dgm:constr type="t" for="ch" forName="parallelogram2" refType="h" fact="0"/>
              <dgm:constr type="w" for="ch" forName="parallelogram2" refType="w" fact="0.12"/>
              <dgm:constr type="h" for="ch" forName="parallelogram2" refType="h"/>
              <dgm:constr type="l" for="ch" forName="parallelogram3" refType="w" fact="0.254"/>
              <dgm:constr type="t" for="ch" forName="parallelogram3" refType="h" fact="0"/>
              <dgm:constr type="w" for="ch" forName="parallelogram3" refType="w" fact="0.12"/>
              <dgm:constr type="h" for="ch" forName="parallelogram3" refType="h"/>
              <dgm:constr type="l" for="ch" forName="parallelogram4" refType="w" fact="0.381"/>
              <dgm:constr type="t" for="ch" forName="parallelogram4" refType="h" fact="0"/>
              <dgm:constr type="w" for="ch" forName="parallelogram4" refType="w" fact="0.12"/>
              <dgm:constr type="h" for="ch" forName="parallelogram4" refType="h"/>
              <dgm:constr type="l" for="ch" forName="parallelogram5" refType="w" fact="0.508"/>
              <dgm:constr type="t" for="ch" forName="parallelogram5" refType="h" fact="0"/>
              <dgm:constr type="w" for="ch" forName="parallelogram5" refType="w" fact="0.12"/>
              <dgm:constr type="h" for="ch" forName="parallelogram5" refType="h"/>
              <dgm:constr type="l" for="ch" forName="parallelogram6" refType="w" fact="0.635"/>
              <dgm:constr type="t" for="ch" forName="parallelogram6" refType="h" fact="0"/>
              <dgm:constr type="w" for="ch" forName="parallelogram6" refType="w" fact="0.12"/>
              <dgm:constr type="h" for="ch" forName="parallelogram6" refType="h"/>
              <dgm:constr type="l" for="ch" forName="parallelogram7" refType="w" fact="0.762"/>
              <dgm:constr type="t" for="ch" forName="parallelogram7" refType="h" fact="0"/>
              <dgm:constr type="w" for="ch" forName="parallelogram7" refType="w" fact="0.12"/>
              <dgm:constr type="h" for="ch" forName="parallelogram7" refType="h"/>
            </dgm:constrLst>
            <dgm:ruleLst/>
            <dgm:layoutNode name="parallelogram1" styleLbl="alignNode1">
              <dgm:alg type="sp"/>
              <dgm:shape xmlns:r="http://schemas.openxmlformats.org/officeDocument/2006/relationships" type="parallelogram" r:blip="">
                <dgm:adjLst>
                  <dgm:adj idx="1" val="1.4084"/>
                </dgm:adjLst>
              </dgm:shape>
              <dgm:presOf/>
            </dgm:layoutNode>
            <dgm:layoutNode name="parallelogram2" styleLbl="alignNode1">
              <dgm:alg type="sp"/>
              <dgm:shape xmlns:r="http://schemas.openxmlformats.org/officeDocument/2006/relationships" type="parallelogram" r:blip="">
                <dgm:adjLst>
                  <dgm:adj idx="1" val="1.4084"/>
                </dgm:adjLst>
              </dgm:shape>
              <dgm:presOf/>
            </dgm:layoutNode>
            <dgm:layoutNode name="parallelogram3" styleLbl="alignNode1">
              <dgm:alg type="sp"/>
              <dgm:shape xmlns:r="http://schemas.openxmlformats.org/officeDocument/2006/relationships" type="parallelogram" r:blip="">
                <dgm:adjLst>
                  <dgm:adj idx="1" val="1.4084"/>
                </dgm:adjLst>
              </dgm:shape>
              <dgm:presOf/>
            </dgm:layoutNode>
            <dgm:layoutNode name="parallelogram4" styleLbl="alignNode1">
              <dgm:alg type="sp"/>
              <dgm:shape xmlns:r="http://schemas.openxmlformats.org/officeDocument/2006/relationships" type="parallelogram" r:blip="">
                <dgm:adjLst>
                  <dgm:adj idx="1" val="1.4084"/>
                </dgm:adjLst>
              </dgm:shape>
              <dgm:presOf/>
            </dgm:layoutNode>
            <dgm:layoutNode name="parallelogram5" styleLbl="alignNode1">
              <dgm:alg type="sp"/>
              <dgm:shape xmlns:r="http://schemas.openxmlformats.org/officeDocument/2006/relationships" type="parallelogram" r:blip="">
                <dgm:adjLst>
                  <dgm:adj idx="1" val="1.4084"/>
                </dgm:adjLst>
              </dgm:shape>
              <dgm:presOf/>
            </dgm:layoutNode>
            <dgm:layoutNode name="parallelogram6" styleLbl="alignNode1">
              <dgm:alg type="sp"/>
              <dgm:shape xmlns:r="http://schemas.openxmlformats.org/officeDocument/2006/relationships" type="parallelogram" r:blip="">
                <dgm:adjLst>
                  <dgm:adj idx="1" val="1.4084"/>
                </dgm:adjLst>
              </dgm:shape>
              <dgm:presOf/>
            </dgm:layoutNode>
            <dgm:layoutNode name="parallelogram7" styleLbl="alignNode1">
              <dgm:alg type="sp"/>
              <dgm:shape xmlns:r="http://schemas.openxmlformats.org/officeDocument/2006/relationships" type="parallelogram" r:blip="">
                <dgm:adjLst>
                  <dgm:adj idx="1" val="1.4084"/>
                </dgm:adjLst>
              </dgm:shape>
              <dgm:presOf/>
            </dgm:layoutNode>
          </dgm:layoutNode>
        </dgm:else>
      </dgm:choos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8/layout/VerticalAccentList">
  <dgm:title val=""/>
  <dgm:desc val=""/>
  <dgm:catLst>
    <dgm:cat type="list" pri="16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clrData>
  <dgm:layoutNode name="Name0">
    <dgm:varLst>
      <dgm:chMax/>
      <dgm:chPref/>
      <dgm:dir/>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constrLst>
      <dgm:constr type="primFontSz" for="des" forName="parenttext" refType="primFontSz" refFor="des" refForName="childtext" op="gte"/>
      <dgm:constr type="w" for="ch" forName="composite" refType="w"/>
      <dgm:constr type="h" for="ch" forName="composite" refType="h"/>
      <dgm:constr type="w" for="ch" forName="parallelogramComposite" refType="w"/>
      <dgm:constr type="h" for="ch" forName="parallelogramComposite" refType="h"/>
      <dgm:constr type="w" for="ch" forName="parenttextcomposite" refType="w" fact="0.9"/>
      <dgm:constr type="h" for="ch" forName="parenttextcomposite" refType="h" fact="0.6"/>
      <dgm:constr type="h" for="ch" forName="sibTrans" refType="h" refFor="ch" refForName="composite" op="equ" fact="0.02"/>
      <dgm:constr type="h" for="ch" forName="sibTrans" op="equ"/>
    </dgm:constrLst>
    <dgm:forEach name="nodesForEach" axis="ch" ptType="node">
      <dgm:layoutNode name="parenttextcomposite">
        <dgm:alg type="composite">
          <dgm:param type="ar" val="11"/>
        </dgm:alg>
        <dgm:shape xmlns:r="http://schemas.openxmlformats.org/officeDocument/2006/relationships" r:blip="">
          <dgm:adjLst/>
        </dgm:shape>
        <dgm:constrLst>
          <dgm:constr type="h" for="ch" forName="parenttext" refType="h"/>
          <dgm:constr type="w" for="ch" forName="parenttext" refType="w"/>
        </dgm:constrLst>
        <dgm:layoutNode name="parenttext" styleLbl="revTx">
          <dgm:varLst>
            <dgm:chMax/>
            <dgm:chPref val="2"/>
            <dgm:bulletEnabled val="1"/>
          </dgm:varLst>
          <dgm:choose name="Name4">
            <dgm:if name="Name5" func="var" arg="dir" op="equ" val="norm">
              <dgm:alg type="tx">
                <dgm:param type="parTxLTRAlign" val="l"/>
                <dgm:param type="txAnchorVert" val="b"/>
              </dgm:alg>
            </dgm:if>
            <dgm:else name="Name6">
              <dgm:alg type="tx">
                <dgm:param type="parTxLTRAlign" val="r"/>
                <dgm:param type="txAnchorVert" val="b"/>
              </dgm:alg>
            </dgm:else>
          </dgm:choose>
          <dgm:shape xmlns:r="http://schemas.openxmlformats.org/officeDocument/2006/relationships" type="rect"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choose name="Name7">
        <dgm:if name="Name8" axis="ch" ptType="node" func="cnt" op="gte" val="1">
          <dgm:layoutNode name="composite">
            <dgm:alg type="composite">
              <dgm:param type="ar" val="6"/>
            </dgm:alg>
            <dgm:shape xmlns:r="http://schemas.openxmlformats.org/officeDocument/2006/relationships" r:blip="">
              <dgm:adjLst/>
            </dgm:shape>
            <dgm:choose name="Name9">
              <dgm:if name="Name10" func="var" arg="dir" op="equ" val="norm">
                <dgm:constrLst>
                  <dgm:constr type="l" for="ch" forName="chevron1" refType="w" fact="0.0301"/>
                  <dgm:constr type="t" for="ch" forName="chevron1" refType="h" fact="0"/>
                  <dgm:constr type="w" for="ch" forName="chevron1" refType="w" fact="0.2106"/>
                  <dgm:constr type="h" for="ch" forName="chevron1" refType="h"/>
                  <dgm:constr type="l" for="ch" forName="chevron2" refType="w" fact="0.1566"/>
                  <dgm:constr type="t" for="ch" forName="chevron2" refType="h" fact="0"/>
                  <dgm:constr type="w" for="ch" forName="chevron2" refType="w" fact="0.2106"/>
                  <dgm:constr type="h" for="ch" forName="chevron2" refType="h"/>
                  <dgm:constr type="l" for="ch" forName="chevron3" refType="w" fact="0.2832"/>
                  <dgm:constr type="t" for="ch" forName="chevron3" refType="h" fact="0"/>
                  <dgm:constr type="w" for="ch" forName="chevron3" refType="w" fact="0.2106"/>
                  <dgm:constr type="h" for="ch" forName="chevron3" refType="h"/>
                  <dgm:constr type="l" for="ch" forName="chevron4" refType="w" fact="0.4097"/>
                  <dgm:constr type="t" for="ch" forName="chevron4" refType="h" fact="0"/>
                  <dgm:constr type="w" for="ch" forName="chevron4" refType="w" fact="0.2106"/>
                  <dgm:constr type="h" for="ch" forName="chevron4" refType="h"/>
                  <dgm:constr type="l" for="ch" forName="chevron5" refType="w" fact="0.5363"/>
                  <dgm:constr type="t" for="ch" forName="chevron5" refType="h" fact="0"/>
                  <dgm:constr type="w" for="ch" forName="chevron5" refType="w" fact="0.2106"/>
                  <dgm:constr type="h" for="ch" forName="chevron5" refType="h"/>
                  <dgm:constr type="l" for="ch" forName="chevron6" refType="w" fact="0.6628"/>
                  <dgm:constr type="t" for="ch" forName="chevron6" refType="h" fact="0"/>
                  <dgm:constr type="w" for="ch" forName="chevron6" refType="w" fact="0.2106"/>
                  <dgm:constr type="h" for="ch" forName="chevron6" refType="h"/>
                  <dgm:constr type="l" for="ch" forName="chevron7" refType="w" fact="0.7894"/>
                  <dgm:constr type="t" for="ch" forName="chevron7" refType="h" fact="0"/>
                  <dgm:constr type="w" for="ch" forName="chevron7" refType="w" fact="0.2106"/>
                  <dgm:constr type="h" for="ch" forName="chevron7" refType="h"/>
                  <dgm:constr type="l" for="ch" forName="childtext" refType="w" fact="0.0301"/>
                  <dgm:constr type="t" for="ch" forName="childtext" refType="h" fact="0.1"/>
                  <dgm:constr type="w" for="ch" forName="childtext" refType="w" fact="0.9117"/>
                  <dgm:constr type="h" for="ch" forName="childtext" refType="h" fact="0.8"/>
                </dgm:constrLst>
              </dgm:if>
              <dgm:else name="Name11">
                <dgm:constrLst>
                  <dgm:constr type="l" for="ch" forName="chevron1" refType="w" fact="0.0301"/>
                  <dgm:constr type="t" for="ch" forName="chevron1" refType="h" fact="0"/>
                  <dgm:constr type="w" for="ch" forName="chevron1" refType="w" fact="0.2106"/>
                  <dgm:constr type="h" for="ch" forName="chevron1" refType="h"/>
                  <dgm:constr type="l" for="ch" forName="chevron2" refType="w" fact="0.1566"/>
                  <dgm:constr type="t" for="ch" forName="chevron2" refType="h" fact="0"/>
                  <dgm:constr type="w" for="ch" forName="chevron2" refType="w" fact="0.2106"/>
                  <dgm:constr type="h" for="ch" forName="chevron2" refType="h"/>
                  <dgm:constr type="l" for="ch" forName="chevron3" refType="w" fact="0.2832"/>
                  <dgm:constr type="t" for="ch" forName="chevron3" refType="h" fact="0"/>
                  <dgm:constr type="w" for="ch" forName="chevron3" refType="w" fact="0.2106"/>
                  <dgm:constr type="h" for="ch" forName="chevron3" refType="h"/>
                  <dgm:constr type="l" for="ch" forName="chevron4" refType="w" fact="0.4097"/>
                  <dgm:constr type="t" for="ch" forName="chevron4" refType="h" fact="0"/>
                  <dgm:constr type="w" for="ch" forName="chevron4" refType="w" fact="0.2106"/>
                  <dgm:constr type="h" for="ch" forName="chevron4" refType="h"/>
                  <dgm:constr type="l" for="ch" forName="chevron5" refType="w" fact="0.5363"/>
                  <dgm:constr type="t" for="ch" forName="chevron5" refType="h" fact="0"/>
                  <dgm:constr type="w" for="ch" forName="chevron5" refType="w" fact="0.2106"/>
                  <dgm:constr type="h" for="ch" forName="chevron5" refType="h"/>
                  <dgm:constr type="l" for="ch" forName="chevron6" refType="w" fact="0.6628"/>
                  <dgm:constr type="t" for="ch" forName="chevron6" refType="h" fact="0"/>
                  <dgm:constr type="w" for="ch" forName="chevron6" refType="w" fact="0.2106"/>
                  <dgm:constr type="h" for="ch" forName="chevron6" refType="h"/>
                  <dgm:constr type="l" for="ch" forName="chevron7" refType="w" fact="0.7894"/>
                  <dgm:constr type="t" for="ch" forName="chevron7" refType="h" fact="0"/>
                  <dgm:constr type="w" for="ch" forName="chevron7" refType="w" fact="0.2106"/>
                  <dgm:constr type="h" for="ch" forName="chevron7" refType="h"/>
                  <dgm:constr type="l" for="ch" forName="childtext" refType="w" fact="0.0883"/>
                  <dgm:constr type="t" for="ch" forName="childtext" refType="h" fact="0.1"/>
                  <dgm:constr type="w" for="ch" forName="childtext" refType="w" fact="0.9117"/>
                  <dgm:constr type="h" for="ch" forName="childtext" refType="h" fact="0.8"/>
                </dgm:constrLst>
              </dgm:else>
            </dgm:choose>
            <dgm:ruleLst/>
            <dgm:layoutNode name="chevron1" styleLbl="alignNode1">
              <dgm:alg type="sp"/>
              <dgm:choose name="Name12">
                <dgm:if name="Name13" func="var" arg="dir" op="equ" val="norm">
                  <dgm:shape xmlns:r="http://schemas.openxmlformats.org/officeDocument/2006/relationships" type="chevron" r:blip="">
                    <dgm:adjLst>
                      <dgm:adj idx="1" val="0.7061"/>
                    </dgm:adjLst>
                  </dgm:shape>
                </dgm:if>
                <dgm:else name="Name14">
                  <dgm:shape xmlns:r="http://schemas.openxmlformats.org/officeDocument/2006/relationships" rot="180" type="chevron" r:blip="">
                    <dgm:adjLst>
                      <dgm:adj idx="1" val="0.7061"/>
                    </dgm:adjLst>
                  </dgm:shape>
                </dgm:else>
              </dgm:choose>
              <dgm:presOf/>
            </dgm:layoutNode>
            <dgm:layoutNode name="chevron2" styleLbl="alignNode1">
              <dgm:alg type="sp"/>
              <dgm:choose name="Name15">
                <dgm:if name="Name16" func="var" arg="dir" op="equ" val="norm">
                  <dgm:shape xmlns:r="http://schemas.openxmlformats.org/officeDocument/2006/relationships" type="chevron" r:blip="">
                    <dgm:adjLst>
                      <dgm:adj idx="1" val="0.7061"/>
                    </dgm:adjLst>
                  </dgm:shape>
                </dgm:if>
                <dgm:else name="Name17">
                  <dgm:shape xmlns:r="http://schemas.openxmlformats.org/officeDocument/2006/relationships" rot="180" type="chevron" r:blip="">
                    <dgm:adjLst>
                      <dgm:adj idx="1" val="0.7061"/>
                    </dgm:adjLst>
                  </dgm:shape>
                </dgm:else>
              </dgm:choose>
              <dgm:presOf/>
            </dgm:layoutNode>
            <dgm:layoutNode name="chevron3" styleLbl="alignNode1">
              <dgm:alg type="sp"/>
              <dgm:choose name="Name18">
                <dgm:if name="Name19" func="var" arg="dir" op="equ" val="norm">
                  <dgm:shape xmlns:r="http://schemas.openxmlformats.org/officeDocument/2006/relationships" type="chevron" r:blip="">
                    <dgm:adjLst>
                      <dgm:adj idx="1" val="0.7061"/>
                    </dgm:adjLst>
                  </dgm:shape>
                </dgm:if>
                <dgm:else name="Name20">
                  <dgm:shape xmlns:r="http://schemas.openxmlformats.org/officeDocument/2006/relationships" rot="180" type="chevron" r:blip="">
                    <dgm:adjLst>
                      <dgm:adj idx="1" val="0.7061"/>
                    </dgm:adjLst>
                  </dgm:shape>
                </dgm:else>
              </dgm:choose>
              <dgm:presOf/>
            </dgm:layoutNode>
            <dgm:layoutNode name="chevron4" styleLbl="alignNode1">
              <dgm:alg type="sp"/>
              <dgm:choose name="Name21">
                <dgm:if name="Name22" func="var" arg="dir" op="equ" val="norm">
                  <dgm:shape xmlns:r="http://schemas.openxmlformats.org/officeDocument/2006/relationships" type="chevron" r:blip="">
                    <dgm:adjLst>
                      <dgm:adj idx="1" val="0.7061"/>
                    </dgm:adjLst>
                  </dgm:shape>
                </dgm:if>
                <dgm:else name="Name23">
                  <dgm:shape xmlns:r="http://schemas.openxmlformats.org/officeDocument/2006/relationships" rot="180" type="chevron" r:blip="">
                    <dgm:adjLst>
                      <dgm:adj idx="1" val="0.7061"/>
                    </dgm:adjLst>
                  </dgm:shape>
                </dgm:else>
              </dgm:choose>
              <dgm:presOf/>
            </dgm:layoutNode>
            <dgm:layoutNode name="chevron5" styleLbl="alignNode1">
              <dgm:alg type="sp"/>
              <dgm:choose name="Name24">
                <dgm:if name="Name25" func="var" arg="dir" op="equ" val="norm">
                  <dgm:shape xmlns:r="http://schemas.openxmlformats.org/officeDocument/2006/relationships" type="chevron" r:blip="">
                    <dgm:adjLst>
                      <dgm:adj idx="1" val="0.7061"/>
                    </dgm:adjLst>
                  </dgm:shape>
                </dgm:if>
                <dgm:else name="Name26">
                  <dgm:shape xmlns:r="http://schemas.openxmlformats.org/officeDocument/2006/relationships" rot="180" type="chevron" r:blip="">
                    <dgm:adjLst>
                      <dgm:adj idx="1" val="0.7061"/>
                    </dgm:adjLst>
                  </dgm:shape>
                </dgm:else>
              </dgm:choose>
              <dgm:presOf/>
            </dgm:layoutNode>
            <dgm:layoutNode name="chevron6" styleLbl="alignNode1">
              <dgm:alg type="sp"/>
              <dgm:choose name="Name27">
                <dgm:if name="Name28" func="var" arg="dir" op="equ" val="norm">
                  <dgm:shape xmlns:r="http://schemas.openxmlformats.org/officeDocument/2006/relationships" type="chevron" r:blip="">
                    <dgm:adjLst>
                      <dgm:adj idx="1" val="0.7061"/>
                    </dgm:adjLst>
                  </dgm:shape>
                </dgm:if>
                <dgm:else name="Name29">
                  <dgm:shape xmlns:r="http://schemas.openxmlformats.org/officeDocument/2006/relationships" rot="180" type="chevron" r:blip="">
                    <dgm:adjLst>
                      <dgm:adj idx="1" val="0.7061"/>
                    </dgm:adjLst>
                  </dgm:shape>
                </dgm:else>
              </dgm:choose>
              <dgm:presOf/>
            </dgm:layoutNode>
            <dgm:layoutNode name="chevron7" styleLbl="alignNode1">
              <dgm:alg type="sp"/>
              <dgm:choose name="Name30">
                <dgm:if name="Name31" func="var" arg="dir" op="equ" val="norm">
                  <dgm:shape xmlns:r="http://schemas.openxmlformats.org/officeDocument/2006/relationships" type="chevron" r:blip="">
                    <dgm:adjLst>
                      <dgm:adj idx="1" val="0.7061"/>
                    </dgm:adjLst>
                  </dgm:shape>
                </dgm:if>
                <dgm:else name="Name32">
                  <dgm:shape xmlns:r="http://schemas.openxmlformats.org/officeDocument/2006/relationships" rot="180" type="chevron" r:blip="">
                    <dgm:adjLst>
                      <dgm:adj idx="1" val="0.7061"/>
                    </dgm:adjLst>
                  </dgm:shape>
                </dgm:else>
              </dgm:choose>
              <dgm:presOf/>
            </dgm:layoutNode>
            <dgm:layoutNode name="childtext" styleLbl="solidFgAcc1">
              <dgm:varLst>
                <dgm:chMax/>
                <dgm:chPref val="0"/>
                <dgm:bulletEnabled val="1"/>
              </dgm:varLst>
              <dgm:choose name="Name33">
                <dgm:if name="Name34" func="var" arg="dir" op="equ" val="norm">
                  <dgm:alg type="tx">
                    <dgm:param type="parTxLTRAlign" val="l"/>
                    <dgm:param type="txAnchorVertCh" val="t"/>
                  </dgm:alg>
                </dgm:if>
                <dgm:else name="Name35">
                  <dgm:alg type="tx">
                    <dgm:param type="parTxLTRAlign" val="r"/>
                    <dgm:param type="shpTxLTRAlignCh" val="r"/>
                    <dgm:param type="txAnchorVertCh" val="t"/>
                  </dgm:alg>
                </dgm:else>
              </dgm:choose>
              <dgm:shape xmlns:r="http://schemas.openxmlformats.org/officeDocument/2006/relationships" type="rect" r:blip="">
                <dgm:adjLst/>
              </dgm:shape>
              <dgm:presOf axis="des" ptType="node"/>
              <dgm:constrLst>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dgm:if>
        <dgm:else name="Name36">
          <dgm:layoutNode name="parallelogramComposite">
            <dgm:alg type="composite">
              <dgm:param type="ar" val="50"/>
            </dgm:alg>
            <dgm:shape xmlns:r="http://schemas.openxmlformats.org/officeDocument/2006/relationships" r:blip="">
              <dgm:adjLst/>
            </dgm:shape>
            <dgm:constrLst>
              <dgm:constr type="l" for="ch" forName="parallelogram1" refType="w" fact="0"/>
              <dgm:constr type="t" for="ch" forName="parallelogram1" refType="h" fact="0"/>
              <dgm:constr type="w" for="ch" forName="parallelogram1" refType="w" fact="0.12"/>
              <dgm:constr type="h" for="ch" forName="parallelogram1" refType="h"/>
              <dgm:constr type="l" for="ch" forName="parallelogram2" refType="w" fact="0.127"/>
              <dgm:constr type="t" for="ch" forName="parallelogram2" refType="h" fact="0"/>
              <dgm:constr type="w" for="ch" forName="parallelogram2" refType="w" fact="0.12"/>
              <dgm:constr type="h" for="ch" forName="parallelogram2" refType="h"/>
              <dgm:constr type="l" for="ch" forName="parallelogram3" refType="w" fact="0.254"/>
              <dgm:constr type="t" for="ch" forName="parallelogram3" refType="h" fact="0"/>
              <dgm:constr type="w" for="ch" forName="parallelogram3" refType="w" fact="0.12"/>
              <dgm:constr type="h" for="ch" forName="parallelogram3" refType="h"/>
              <dgm:constr type="l" for="ch" forName="parallelogram4" refType="w" fact="0.381"/>
              <dgm:constr type="t" for="ch" forName="parallelogram4" refType="h" fact="0"/>
              <dgm:constr type="w" for="ch" forName="parallelogram4" refType="w" fact="0.12"/>
              <dgm:constr type="h" for="ch" forName="parallelogram4" refType="h"/>
              <dgm:constr type="l" for="ch" forName="parallelogram5" refType="w" fact="0.508"/>
              <dgm:constr type="t" for="ch" forName="parallelogram5" refType="h" fact="0"/>
              <dgm:constr type="w" for="ch" forName="parallelogram5" refType="w" fact="0.12"/>
              <dgm:constr type="h" for="ch" forName="parallelogram5" refType="h"/>
              <dgm:constr type="l" for="ch" forName="parallelogram6" refType="w" fact="0.635"/>
              <dgm:constr type="t" for="ch" forName="parallelogram6" refType="h" fact="0"/>
              <dgm:constr type="w" for="ch" forName="parallelogram6" refType="w" fact="0.12"/>
              <dgm:constr type="h" for="ch" forName="parallelogram6" refType="h"/>
              <dgm:constr type="l" for="ch" forName="parallelogram7" refType="w" fact="0.762"/>
              <dgm:constr type="t" for="ch" forName="parallelogram7" refType="h" fact="0"/>
              <dgm:constr type="w" for="ch" forName="parallelogram7" refType="w" fact="0.12"/>
              <dgm:constr type="h" for="ch" forName="parallelogram7" refType="h"/>
            </dgm:constrLst>
            <dgm:ruleLst/>
            <dgm:layoutNode name="parallelogram1" styleLbl="alignNode1">
              <dgm:alg type="sp"/>
              <dgm:shape xmlns:r="http://schemas.openxmlformats.org/officeDocument/2006/relationships" type="parallelogram" r:blip="">
                <dgm:adjLst>
                  <dgm:adj idx="1" val="1.4084"/>
                </dgm:adjLst>
              </dgm:shape>
              <dgm:presOf/>
            </dgm:layoutNode>
            <dgm:layoutNode name="parallelogram2" styleLbl="alignNode1">
              <dgm:alg type="sp"/>
              <dgm:shape xmlns:r="http://schemas.openxmlformats.org/officeDocument/2006/relationships" type="parallelogram" r:blip="">
                <dgm:adjLst>
                  <dgm:adj idx="1" val="1.4084"/>
                </dgm:adjLst>
              </dgm:shape>
              <dgm:presOf/>
            </dgm:layoutNode>
            <dgm:layoutNode name="parallelogram3" styleLbl="alignNode1">
              <dgm:alg type="sp"/>
              <dgm:shape xmlns:r="http://schemas.openxmlformats.org/officeDocument/2006/relationships" type="parallelogram" r:blip="">
                <dgm:adjLst>
                  <dgm:adj idx="1" val="1.4084"/>
                </dgm:adjLst>
              </dgm:shape>
              <dgm:presOf/>
            </dgm:layoutNode>
            <dgm:layoutNode name="parallelogram4" styleLbl="alignNode1">
              <dgm:alg type="sp"/>
              <dgm:shape xmlns:r="http://schemas.openxmlformats.org/officeDocument/2006/relationships" type="parallelogram" r:blip="">
                <dgm:adjLst>
                  <dgm:adj idx="1" val="1.4084"/>
                </dgm:adjLst>
              </dgm:shape>
              <dgm:presOf/>
            </dgm:layoutNode>
            <dgm:layoutNode name="parallelogram5" styleLbl="alignNode1">
              <dgm:alg type="sp"/>
              <dgm:shape xmlns:r="http://schemas.openxmlformats.org/officeDocument/2006/relationships" type="parallelogram" r:blip="">
                <dgm:adjLst>
                  <dgm:adj idx="1" val="1.4084"/>
                </dgm:adjLst>
              </dgm:shape>
              <dgm:presOf/>
            </dgm:layoutNode>
            <dgm:layoutNode name="parallelogram6" styleLbl="alignNode1">
              <dgm:alg type="sp"/>
              <dgm:shape xmlns:r="http://schemas.openxmlformats.org/officeDocument/2006/relationships" type="parallelogram" r:blip="">
                <dgm:adjLst>
                  <dgm:adj idx="1" val="1.4084"/>
                </dgm:adjLst>
              </dgm:shape>
              <dgm:presOf/>
            </dgm:layoutNode>
            <dgm:layoutNode name="parallelogram7" styleLbl="alignNode1">
              <dgm:alg type="sp"/>
              <dgm:shape xmlns:r="http://schemas.openxmlformats.org/officeDocument/2006/relationships" type="parallelogram" r:blip="">
                <dgm:adjLst>
                  <dgm:adj idx="1" val="1.4084"/>
                </dgm:adjLst>
              </dgm:shape>
              <dgm:presOf/>
            </dgm:layoutNode>
          </dgm:layoutNode>
        </dgm:else>
      </dgm:choos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8/layout/VerticalAccentList">
  <dgm:title val=""/>
  <dgm:desc val=""/>
  <dgm:catLst>
    <dgm:cat type="list" pri="16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clrData>
  <dgm:layoutNode name="Name0">
    <dgm:varLst>
      <dgm:chMax/>
      <dgm:chPref/>
      <dgm:dir/>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constrLst>
      <dgm:constr type="primFontSz" for="des" forName="parenttext" refType="primFontSz" refFor="des" refForName="childtext" op="gte"/>
      <dgm:constr type="w" for="ch" forName="composite" refType="w"/>
      <dgm:constr type="h" for="ch" forName="composite" refType="h"/>
      <dgm:constr type="w" for="ch" forName="parallelogramComposite" refType="w"/>
      <dgm:constr type="h" for="ch" forName="parallelogramComposite" refType="h"/>
      <dgm:constr type="w" for="ch" forName="parenttextcomposite" refType="w" fact="0.9"/>
      <dgm:constr type="h" for="ch" forName="parenttextcomposite" refType="h" fact="0.6"/>
      <dgm:constr type="h" for="ch" forName="sibTrans" refType="h" refFor="ch" refForName="composite" op="equ" fact="0.02"/>
      <dgm:constr type="h" for="ch" forName="sibTrans" op="equ"/>
    </dgm:constrLst>
    <dgm:forEach name="nodesForEach" axis="ch" ptType="node">
      <dgm:layoutNode name="parenttextcomposite">
        <dgm:alg type="composite">
          <dgm:param type="ar" val="11"/>
        </dgm:alg>
        <dgm:shape xmlns:r="http://schemas.openxmlformats.org/officeDocument/2006/relationships" r:blip="">
          <dgm:adjLst/>
        </dgm:shape>
        <dgm:constrLst>
          <dgm:constr type="h" for="ch" forName="parenttext" refType="h"/>
          <dgm:constr type="w" for="ch" forName="parenttext" refType="w"/>
        </dgm:constrLst>
        <dgm:layoutNode name="parenttext" styleLbl="revTx">
          <dgm:varLst>
            <dgm:chMax/>
            <dgm:chPref val="2"/>
            <dgm:bulletEnabled val="1"/>
          </dgm:varLst>
          <dgm:choose name="Name4">
            <dgm:if name="Name5" func="var" arg="dir" op="equ" val="norm">
              <dgm:alg type="tx">
                <dgm:param type="parTxLTRAlign" val="l"/>
                <dgm:param type="txAnchorVert" val="b"/>
              </dgm:alg>
            </dgm:if>
            <dgm:else name="Name6">
              <dgm:alg type="tx">
                <dgm:param type="parTxLTRAlign" val="r"/>
                <dgm:param type="txAnchorVert" val="b"/>
              </dgm:alg>
            </dgm:else>
          </dgm:choose>
          <dgm:shape xmlns:r="http://schemas.openxmlformats.org/officeDocument/2006/relationships" type="rect"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choose name="Name7">
        <dgm:if name="Name8" axis="ch" ptType="node" func="cnt" op="gte" val="1">
          <dgm:layoutNode name="composite">
            <dgm:alg type="composite">
              <dgm:param type="ar" val="6"/>
            </dgm:alg>
            <dgm:shape xmlns:r="http://schemas.openxmlformats.org/officeDocument/2006/relationships" r:blip="">
              <dgm:adjLst/>
            </dgm:shape>
            <dgm:choose name="Name9">
              <dgm:if name="Name10" func="var" arg="dir" op="equ" val="norm">
                <dgm:constrLst>
                  <dgm:constr type="l" for="ch" forName="chevron1" refType="w" fact="0.0301"/>
                  <dgm:constr type="t" for="ch" forName="chevron1" refType="h" fact="0"/>
                  <dgm:constr type="w" for="ch" forName="chevron1" refType="w" fact="0.2106"/>
                  <dgm:constr type="h" for="ch" forName="chevron1" refType="h"/>
                  <dgm:constr type="l" for="ch" forName="chevron2" refType="w" fact="0.1566"/>
                  <dgm:constr type="t" for="ch" forName="chevron2" refType="h" fact="0"/>
                  <dgm:constr type="w" for="ch" forName="chevron2" refType="w" fact="0.2106"/>
                  <dgm:constr type="h" for="ch" forName="chevron2" refType="h"/>
                  <dgm:constr type="l" for="ch" forName="chevron3" refType="w" fact="0.2832"/>
                  <dgm:constr type="t" for="ch" forName="chevron3" refType="h" fact="0"/>
                  <dgm:constr type="w" for="ch" forName="chevron3" refType="w" fact="0.2106"/>
                  <dgm:constr type="h" for="ch" forName="chevron3" refType="h"/>
                  <dgm:constr type="l" for="ch" forName="chevron4" refType="w" fact="0.4097"/>
                  <dgm:constr type="t" for="ch" forName="chevron4" refType="h" fact="0"/>
                  <dgm:constr type="w" for="ch" forName="chevron4" refType="w" fact="0.2106"/>
                  <dgm:constr type="h" for="ch" forName="chevron4" refType="h"/>
                  <dgm:constr type="l" for="ch" forName="chevron5" refType="w" fact="0.5363"/>
                  <dgm:constr type="t" for="ch" forName="chevron5" refType="h" fact="0"/>
                  <dgm:constr type="w" for="ch" forName="chevron5" refType="w" fact="0.2106"/>
                  <dgm:constr type="h" for="ch" forName="chevron5" refType="h"/>
                  <dgm:constr type="l" for="ch" forName="chevron6" refType="w" fact="0.6628"/>
                  <dgm:constr type="t" for="ch" forName="chevron6" refType="h" fact="0"/>
                  <dgm:constr type="w" for="ch" forName="chevron6" refType="w" fact="0.2106"/>
                  <dgm:constr type="h" for="ch" forName="chevron6" refType="h"/>
                  <dgm:constr type="l" for="ch" forName="chevron7" refType="w" fact="0.7894"/>
                  <dgm:constr type="t" for="ch" forName="chevron7" refType="h" fact="0"/>
                  <dgm:constr type="w" for="ch" forName="chevron7" refType="w" fact="0.2106"/>
                  <dgm:constr type="h" for="ch" forName="chevron7" refType="h"/>
                  <dgm:constr type="l" for="ch" forName="childtext" refType="w" fact="0.0301"/>
                  <dgm:constr type="t" for="ch" forName="childtext" refType="h" fact="0.1"/>
                  <dgm:constr type="w" for="ch" forName="childtext" refType="w" fact="0.9117"/>
                  <dgm:constr type="h" for="ch" forName="childtext" refType="h" fact="0.8"/>
                </dgm:constrLst>
              </dgm:if>
              <dgm:else name="Name11">
                <dgm:constrLst>
                  <dgm:constr type="l" for="ch" forName="chevron1" refType="w" fact="0.0301"/>
                  <dgm:constr type="t" for="ch" forName="chevron1" refType="h" fact="0"/>
                  <dgm:constr type="w" for="ch" forName="chevron1" refType="w" fact="0.2106"/>
                  <dgm:constr type="h" for="ch" forName="chevron1" refType="h"/>
                  <dgm:constr type="l" for="ch" forName="chevron2" refType="w" fact="0.1566"/>
                  <dgm:constr type="t" for="ch" forName="chevron2" refType="h" fact="0"/>
                  <dgm:constr type="w" for="ch" forName="chevron2" refType="w" fact="0.2106"/>
                  <dgm:constr type="h" for="ch" forName="chevron2" refType="h"/>
                  <dgm:constr type="l" for="ch" forName="chevron3" refType="w" fact="0.2832"/>
                  <dgm:constr type="t" for="ch" forName="chevron3" refType="h" fact="0"/>
                  <dgm:constr type="w" for="ch" forName="chevron3" refType="w" fact="0.2106"/>
                  <dgm:constr type="h" for="ch" forName="chevron3" refType="h"/>
                  <dgm:constr type="l" for="ch" forName="chevron4" refType="w" fact="0.4097"/>
                  <dgm:constr type="t" for="ch" forName="chevron4" refType="h" fact="0"/>
                  <dgm:constr type="w" for="ch" forName="chevron4" refType="w" fact="0.2106"/>
                  <dgm:constr type="h" for="ch" forName="chevron4" refType="h"/>
                  <dgm:constr type="l" for="ch" forName="chevron5" refType="w" fact="0.5363"/>
                  <dgm:constr type="t" for="ch" forName="chevron5" refType="h" fact="0"/>
                  <dgm:constr type="w" for="ch" forName="chevron5" refType="w" fact="0.2106"/>
                  <dgm:constr type="h" for="ch" forName="chevron5" refType="h"/>
                  <dgm:constr type="l" for="ch" forName="chevron6" refType="w" fact="0.6628"/>
                  <dgm:constr type="t" for="ch" forName="chevron6" refType="h" fact="0"/>
                  <dgm:constr type="w" for="ch" forName="chevron6" refType="w" fact="0.2106"/>
                  <dgm:constr type="h" for="ch" forName="chevron6" refType="h"/>
                  <dgm:constr type="l" for="ch" forName="chevron7" refType="w" fact="0.7894"/>
                  <dgm:constr type="t" for="ch" forName="chevron7" refType="h" fact="0"/>
                  <dgm:constr type="w" for="ch" forName="chevron7" refType="w" fact="0.2106"/>
                  <dgm:constr type="h" for="ch" forName="chevron7" refType="h"/>
                  <dgm:constr type="l" for="ch" forName="childtext" refType="w" fact="0.0883"/>
                  <dgm:constr type="t" for="ch" forName="childtext" refType="h" fact="0.1"/>
                  <dgm:constr type="w" for="ch" forName="childtext" refType="w" fact="0.9117"/>
                  <dgm:constr type="h" for="ch" forName="childtext" refType="h" fact="0.8"/>
                </dgm:constrLst>
              </dgm:else>
            </dgm:choose>
            <dgm:ruleLst/>
            <dgm:layoutNode name="chevron1" styleLbl="alignNode1">
              <dgm:alg type="sp"/>
              <dgm:choose name="Name12">
                <dgm:if name="Name13" func="var" arg="dir" op="equ" val="norm">
                  <dgm:shape xmlns:r="http://schemas.openxmlformats.org/officeDocument/2006/relationships" type="chevron" r:blip="">
                    <dgm:adjLst>
                      <dgm:adj idx="1" val="0.7061"/>
                    </dgm:adjLst>
                  </dgm:shape>
                </dgm:if>
                <dgm:else name="Name14">
                  <dgm:shape xmlns:r="http://schemas.openxmlformats.org/officeDocument/2006/relationships" rot="180" type="chevron" r:blip="">
                    <dgm:adjLst>
                      <dgm:adj idx="1" val="0.7061"/>
                    </dgm:adjLst>
                  </dgm:shape>
                </dgm:else>
              </dgm:choose>
              <dgm:presOf/>
            </dgm:layoutNode>
            <dgm:layoutNode name="chevron2" styleLbl="alignNode1">
              <dgm:alg type="sp"/>
              <dgm:choose name="Name15">
                <dgm:if name="Name16" func="var" arg="dir" op="equ" val="norm">
                  <dgm:shape xmlns:r="http://schemas.openxmlformats.org/officeDocument/2006/relationships" type="chevron" r:blip="">
                    <dgm:adjLst>
                      <dgm:adj idx="1" val="0.7061"/>
                    </dgm:adjLst>
                  </dgm:shape>
                </dgm:if>
                <dgm:else name="Name17">
                  <dgm:shape xmlns:r="http://schemas.openxmlformats.org/officeDocument/2006/relationships" rot="180" type="chevron" r:blip="">
                    <dgm:adjLst>
                      <dgm:adj idx="1" val="0.7061"/>
                    </dgm:adjLst>
                  </dgm:shape>
                </dgm:else>
              </dgm:choose>
              <dgm:presOf/>
            </dgm:layoutNode>
            <dgm:layoutNode name="chevron3" styleLbl="alignNode1">
              <dgm:alg type="sp"/>
              <dgm:choose name="Name18">
                <dgm:if name="Name19" func="var" arg="dir" op="equ" val="norm">
                  <dgm:shape xmlns:r="http://schemas.openxmlformats.org/officeDocument/2006/relationships" type="chevron" r:blip="">
                    <dgm:adjLst>
                      <dgm:adj idx="1" val="0.7061"/>
                    </dgm:adjLst>
                  </dgm:shape>
                </dgm:if>
                <dgm:else name="Name20">
                  <dgm:shape xmlns:r="http://schemas.openxmlformats.org/officeDocument/2006/relationships" rot="180" type="chevron" r:blip="">
                    <dgm:adjLst>
                      <dgm:adj idx="1" val="0.7061"/>
                    </dgm:adjLst>
                  </dgm:shape>
                </dgm:else>
              </dgm:choose>
              <dgm:presOf/>
            </dgm:layoutNode>
            <dgm:layoutNode name="chevron4" styleLbl="alignNode1">
              <dgm:alg type="sp"/>
              <dgm:choose name="Name21">
                <dgm:if name="Name22" func="var" arg="dir" op="equ" val="norm">
                  <dgm:shape xmlns:r="http://schemas.openxmlformats.org/officeDocument/2006/relationships" type="chevron" r:blip="">
                    <dgm:adjLst>
                      <dgm:adj idx="1" val="0.7061"/>
                    </dgm:adjLst>
                  </dgm:shape>
                </dgm:if>
                <dgm:else name="Name23">
                  <dgm:shape xmlns:r="http://schemas.openxmlformats.org/officeDocument/2006/relationships" rot="180" type="chevron" r:blip="">
                    <dgm:adjLst>
                      <dgm:adj idx="1" val="0.7061"/>
                    </dgm:adjLst>
                  </dgm:shape>
                </dgm:else>
              </dgm:choose>
              <dgm:presOf/>
            </dgm:layoutNode>
            <dgm:layoutNode name="chevron5" styleLbl="alignNode1">
              <dgm:alg type="sp"/>
              <dgm:choose name="Name24">
                <dgm:if name="Name25" func="var" arg="dir" op="equ" val="norm">
                  <dgm:shape xmlns:r="http://schemas.openxmlformats.org/officeDocument/2006/relationships" type="chevron" r:blip="">
                    <dgm:adjLst>
                      <dgm:adj idx="1" val="0.7061"/>
                    </dgm:adjLst>
                  </dgm:shape>
                </dgm:if>
                <dgm:else name="Name26">
                  <dgm:shape xmlns:r="http://schemas.openxmlformats.org/officeDocument/2006/relationships" rot="180" type="chevron" r:blip="">
                    <dgm:adjLst>
                      <dgm:adj idx="1" val="0.7061"/>
                    </dgm:adjLst>
                  </dgm:shape>
                </dgm:else>
              </dgm:choose>
              <dgm:presOf/>
            </dgm:layoutNode>
            <dgm:layoutNode name="chevron6" styleLbl="alignNode1">
              <dgm:alg type="sp"/>
              <dgm:choose name="Name27">
                <dgm:if name="Name28" func="var" arg="dir" op="equ" val="norm">
                  <dgm:shape xmlns:r="http://schemas.openxmlformats.org/officeDocument/2006/relationships" type="chevron" r:blip="">
                    <dgm:adjLst>
                      <dgm:adj idx="1" val="0.7061"/>
                    </dgm:adjLst>
                  </dgm:shape>
                </dgm:if>
                <dgm:else name="Name29">
                  <dgm:shape xmlns:r="http://schemas.openxmlformats.org/officeDocument/2006/relationships" rot="180" type="chevron" r:blip="">
                    <dgm:adjLst>
                      <dgm:adj idx="1" val="0.7061"/>
                    </dgm:adjLst>
                  </dgm:shape>
                </dgm:else>
              </dgm:choose>
              <dgm:presOf/>
            </dgm:layoutNode>
            <dgm:layoutNode name="chevron7" styleLbl="alignNode1">
              <dgm:alg type="sp"/>
              <dgm:choose name="Name30">
                <dgm:if name="Name31" func="var" arg="dir" op="equ" val="norm">
                  <dgm:shape xmlns:r="http://schemas.openxmlformats.org/officeDocument/2006/relationships" type="chevron" r:blip="">
                    <dgm:adjLst>
                      <dgm:adj idx="1" val="0.7061"/>
                    </dgm:adjLst>
                  </dgm:shape>
                </dgm:if>
                <dgm:else name="Name32">
                  <dgm:shape xmlns:r="http://schemas.openxmlformats.org/officeDocument/2006/relationships" rot="180" type="chevron" r:blip="">
                    <dgm:adjLst>
                      <dgm:adj idx="1" val="0.7061"/>
                    </dgm:adjLst>
                  </dgm:shape>
                </dgm:else>
              </dgm:choose>
              <dgm:presOf/>
            </dgm:layoutNode>
            <dgm:layoutNode name="childtext" styleLbl="solidFgAcc1">
              <dgm:varLst>
                <dgm:chMax/>
                <dgm:chPref val="0"/>
                <dgm:bulletEnabled val="1"/>
              </dgm:varLst>
              <dgm:choose name="Name33">
                <dgm:if name="Name34" func="var" arg="dir" op="equ" val="norm">
                  <dgm:alg type="tx">
                    <dgm:param type="parTxLTRAlign" val="l"/>
                    <dgm:param type="txAnchorVertCh" val="t"/>
                  </dgm:alg>
                </dgm:if>
                <dgm:else name="Name35">
                  <dgm:alg type="tx">
                    <dgm:param type="parTxLTRAlign" val="r"/>
                    <dgm:param type="shpTxLTRAlignCh" val="r"/>
                    <dgm:param type="txAnchorVertCh" val="t"/>
                  </dgm:alg>
                </dgm:else>
              </dgm:choose>
              <dgm:shape xmlns:r="http://schemas.openxmlformats.org/officeDocument/2006/relationships" type="rect" r:blip="">
                <dgm:adjLst/>
              </dgm:shape>
              <dgm:presOf axis="des" ptType="node"/>
              <dgm:constrLst>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dgm:if>
        <dgm:else name="Name36">
          <dgm:layoutNode name="parallelogramComposite">
            <dgm:alg type="composite">
              <dgm:param type="ar" val="50"/>
            </dgm:alg>
            <dgm:shape xmlns:r="http://schemas.openxmlformats.org/officeDocument/2006/relationships" r:blip="">
              <dgm:adjLst/>
            </dgm:shape>
            <dgm:constrLst>
              <dgm:constr type="l" for="ch" forName="parallelogram1" refType="w" fact="0"/>
              <dgm:constr type="t" for="ch" forName="parallelogram1" refType="h" fact="0"/>
              <dgm:constr type="w" for="ch" forName="parallelogram1" refType="w" fact="0.12"/>
              <dgm:constr type="h" for="ch" forName="parallelogram1" refType="h"/>
              <dgm:constr type="l" for="ch" forName="parallelogram2" refType="w" fact="0.127"/>
              <dgm:constr type="t" for="ch" forName="parallelogram2" refType="h" fact="0"/>
              <dgm:constr type="w" for="ch" forName="parallelogram2" refType="w" fact="0.12"/>
              <dgm:constr type="h" for="ch" forName="parallelogram2" refType="h"/>
              <dgm:constr type="l" for="ch" forName="parallelogram3" refType="w" fact="0.254"/>
              <dgm:constr type="t" for="ch" forName="parallelogram3" refType="h" fact="0"/>
              <dgm:constr type="w" for="ch" forName="parallelogram3" refType="w" fact="0.12"/>
              <dgm:constr type="h" for="ch" forName="parallelogram3" refType="h"/>
              <dgm:constr type="l" for="ch" forName="parallelogram4" refType="w" fact="0.381"/>
              <dgm:constr type="t" for="ch" forName="parallelogram4" refType="h" fact="0"/>
              <dgm:constr type="w" for="ch" forName="parallelogram4" refType="w" fact="0.12"/>
              <dgm:constr type="h" for="ch" forName="parallelogram4" refType="h"/>
              <dgm:constr type="l" for="ch" forName="parallelogram5" refType="w" fact="0.508"/>
              <dgm:constr type="t" for="ch" forName="parallelogram5" refType="h" fact="0"/>
              <dgm:constr type="w" for="ch" forName="parallelogram5" refType="w" fact="0.12"/>
              <dgm:constr type="h" for="ch" forName="parallelogram5" refType="h"/>
              <dgm:constr type="l" for="ch" forName="parallelogram6" refType="w" fact="0.635"/>
              <dgm:constr type="t" for="ch" forName="parallelogram6" refType="h" fact="0"/>
              <dgm:constr type="w" for="ch" forName="parallelogram6" refType="w" fact="0.12"/>
              <dgm:constr type="h" for="ch" forName="parallelogram6" refType="h"/>
              <dgm:constr type="l" for="ch" forName="parallelogram7" refType="w" fact="0.762"/>
              <dgm:constr type="t" for="ch" forName="parallelogram7" refType="h" fact="0"/>
              <dgm:constr type="w" for="ch" forName="parallelogram7" refType="w" fact="0.12"/>
              <dgm:constr type="h" for="ch" forName="parallelogram7" refType="h"/>
            </dgm:constrLst>
            <dgm:ruleLst/>
            <dgm:layoutNode name="parallelogram1" styleLbl="alignNode1">
              <dgm:alg type="sp"/>
              <dgm:shape xmlns:r="http://schemas.openxmlformats.org/officeDocument/2006/relationships" type="parallelogram" r:blip="">
                <dgm:adjLst>
                  <dgm:adj idx="1" val="1.4084"/>
                </dgm:adjLst>
              </dgm:shape>
              <dgm:presOf/>
            </dgm:layoutNode>
            <dgm:layoutNode name="parallelogram2" styleLbl="alignNode1">
              <dgm:alg type="sp"/>
              <dgm:shape xmlns:r="http://schemas.openxmlformats.org/officeDocument/2006/relationships" type="parallelogram" r:blip="">
                <dgm:adjLst>
                  <dgm:adj idx="1" val="1.4084"/>
                </dgm:adjLst>
              </dgm:shape>
              <dgm:presOf/>
            </dgm:layoutNode>
            <dgm:layoutNode name="parallelogram3" styleLbl="alignNode1">
              <dgm:alg type="sp"/>
              <dgm:shape xmlns:r="http://schemas.openxmlformats.org/officeDocument/2006/relationships" type="parallelogram" r:blip="">
                <dgm:adjLst>
                  <dgm:adj idx="1" val="1.4084"/>
                </dgm:adjLst>
              </dgm:shape>
              <dgm:presOf/>
            </dgm:layoutNode>
            <dgm:layoutNode name="parallelogram4" styleLbl="alignNode1">
              <dgm:alg type="sp"/>
              <dgm:shape xmlns:r="http://schemas.openxmlformats.org/officeDocument/2006/relationships" type="parallelogram" r:blip="">
                <dgm:adjLst>
                  <dgm:adj idx="1" val="1.4084"/>
                </dgm:adjLst>
              </dgm:shape>
              <dgm:presOf/>
            </dgm:layoutNode>
            <dgm:layoutNode name="parallelogram5" styleLbl="alignNode1">
              <dgm:alg type="sp"/>
              <dgm:shape xmlns:r="http://schemas.openxmlformats.org/officeDocument/2006/relationships" type="parallelogram" r:blip="">
                <dgm:adjLst>
                  <dgm:adj idx="1" val="1.4084"/>
                </dgm:adjLst>
              </dgm:shape>
              <dgm:presOf/>
            </dgm:layoutNode>
            <dgm:layoutNode name="parallelogram6" styleLbl="alignNode1">
              <dgm:alg type="sp"/>
              <dgm:shape xmlns:r="http://schemas.openxmlformats.org/officeDocument/2006/relationships" type="parallelogram" r:blip="">
                <dgm:adjLst>
                  <dgm:adj idx="1" val="1.4084"/>
                </dgm:adjLst>
              </dgm:shape>
              <dgm:presOf/>
            </dgm:layoutNode>
            <dgm:layoutNode name="parallelogram7" styleLbl="alignNode1">
              <dgm:alg type="sp"/>
              <dgm:shape xmlns:r="http://schemas.openxmlformats.org/officeDocument/2006/relationships" type="parallelogram" r:blip="">
                <dgm:adjLst>
                  <dgm:adj idx="1" val="1.4084"/>
                </dgm:adjLst>
              </dgm:shape>
              <dgm:presOf/>
            </dgm:layoutNode>
          </dgm:layoutNode>
        </dgm:else>
      </dgm:choos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8.xml><?xml version="1.0" encoding="utf-8"?>
<dgm:layoutDef xmlns:dgm="http://schemas.openxmlformats.org/drawingml/2006/diagram" xmlns:a="http://schemas.openxmlformats.org/drawingml/2006/main" uniqueId="urn:microsoft.com/office/officeart/2008/layout/VerticalAccentList">
  <dgm:title val=""/>
  <dgm:desc val=""/>
  <dgm:catLst>
    <dgm:cat type="list" pri="16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clrData>
  <dgm:layoutNode name="Name0">
    <dgm:varLst>
      <dgm:chMax/>
      <dgm:chPref/>
      <dgm:dir/>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constrLst>
      <dgm:constr type="primFontSz" for="des" forName="parenttext" refType="primFontSz" refFor="des" refForName="childtext" op="gte"/>
      <dgm:constr type="w" for="ch" forName="composite" refType="w"/>
      <dgm:constr type="h" for="ch" forName="composite" refType="h"/>
      <dgm:constr type="w" for="ch" forName="parallelogramComposite" refType="w"/>
      <dgm:constr type="h" for="ch" forName="parallelogramComposite" refType="h"/>
      <dgm:constr type="w" for="ch" forName="parenttextcomposite" refType="w" fact="0.9"/>
      <dgm:constr type="h" for="ch" forName="parenttextcomposite" refType="h" fact="0.6"/>
      <dgm:constr type="h" for="ch" forName="sibTrans" refType="h" refFor="ch" refForName="composite" op="equ" fact="0.02"/>
      <dgm:constr type="h" for="ch" forName="sibTrans" op="equ"/>
    </dgm:constrLst>
    <dgm:forEach name="nodesForEach" axis="ch" ptType="node">
      <dgm:layoutNode name="parenttextcomposite">
        <dgm:alg type="composite">
          <dgm:param type="ar" val="11"/>
        </dgm:alg>
        <dgm:shape xmlns:r="http://schemas.openxmlformats.org/officeDocument/2006/relationships" r:blip="">
          <dgm:adjLst/>
        </dgm:shape>
        <dgm:constrLst>
          <dgm:constr type="h" for="ch" forName="parenttext" refType="h"/>
          <dgm:constr type="w" for="ch" forName="parenttext" refType="w"/>
        </dgm:constrLst>
        <dgm:layoutNode name="parenttext" styleLbl="revTx">
          <dgm:varLst>
            <dgm:chMax/>
            <dgm:chPref val="2"/>
            <dgm:bulletEnabled val="1"/>
          </dgm:varLst>
          <dgm:choose name="Name4">
            <dgm:if name="Name5" func="var" arg="dir" op="equ" val="norm">
              <dgm:alg type="tx">
                <dgm:param type="parTxLTRAlign" val="l"/>
                <dgm:param type="txAnchorVert" val="b"/>
              </dgm:alg>
            </dgm:if>
            <dgm:else name="Name6">
              <dgm:alg type="tx">
                <dgm:param type="parTxLTRAlign" val="r"/>
                <dgm:param type="txAnchorVert" val="b"/>
              </dgm:alg>
            </dgm:else>
          </dgm:choose>
          <dgm:shape xmlns:r="http://schemas.openxmlformats.org/officeDocument/2006/relationships" type="rect"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choose name="Name7">
        <dgm:if name="Name8" axis="ch" ptType="node" func="cnt" op="gte" val="1">
          <dgm:layoutNode name="composite">
            <dgm:alg type="composite">
              <dgm:param type="ar" val="6"/>
            </dgm:alg>
            <dgm:shape xmlns:r="http://schemas.openxmlformats.org/officeDocument/2006/relationships" r:blip="">
              <dgm:adjLst/>
            </dgm:shape>
            <dgm:choose name="Name9">
              <dgm:if name="Name10" func="var" arg="dir" op="equ" val="norm">
                <dgm:constrLst>
                  <dgm:constr type="l" for="ch" forName="chevron1" refType="w" fact="0.0301"/>
                  <dgm:constr type="t" for="ch" forName="chevron1" refType="h" fact="0"/>
                  <dgm:constr type="w" for="ch" forName="chevron1" refType="w" fact="0.2106"/>
                  <dgm:constr type="h" for="ch" forName="chevron1" refType="h"/>
                  <dgm:constr type="l" for="ch" forName="chevron2" refType="w" fact="0.1566"/>
                  <dgm:constr type="t" for="ch" forName="chevron2" refType="h" fact="0"/>
                  <dgm:constr type="w" for="ch" forName="chevron2" refType="w" fact="0.2106"/>
                  <dgm:constr type="h" for="ch" forName="chevron2" refType="h"/>
                  <dgm:constr type="l" for="ch" forName="chevron3" refType="w" fact="0.2832"/>
                  <dgm:constr type="t" for="ch" forName="chevron3" refType="h" fact="0"/>
                  <dgm:constr type="w" for="ch" forName="chevron3" refType="w" fact="0.2106"/>
                  <dgm:constr type="h" for="ch" forName="chevron3" refType="h"/>
                  <dgm:constr type="l" for="ch" forName="chevron4" refType="w" fact="0.4097"/>
                  <dgm:constr type="t" for="ch" forName="chevron4" refType="h" fact="0"/>
                  <dgm:constr type="w" for="ch" forName="chevron4" refType="w" fact="0.2106"/>
                  <dgm:constr type="h" for="ch" forName="chevron4" refType="h"/>
                  <dgm:constr type="l" for="ch" forName="chevron5" refType="w" fact="0.5363"/>
                  <dgm:constr type="t" for="ch" forName="chevron5" refType="h" fact="0"/>
                  <dgm:constr type="w" for="ch" forName="chevron5" refType="w" fact="0.2106"/>
                  <dgm:constr type="h" for="ch" forName="chevron5" refType="h"/>
                  <dgm:constr type="l" for="ch" forName="chevron6" refType="w" fact="0.6628"/>
                  <dgm:constr type="t" for="ch" forName="chevron6" refType="h" fact="0"/>
                  <dgm:constr type="w" for="ch" forName="chevron6" refType="w" fact="0.2106"/>
                  <dgm:constr type="h" for="ch" forName="chevron6" refType="h"/>
                  <dgm:constr type="l" for="ch" forName="chevron7" refType="w" fact="0.7894"/>
                  <dgm:constr type="t" for="ch" forName="chevron7" refType="h" fact="0"/>
                  <dgm:constr type="w" for="ch" forName="chevron7" refType="w" fact="0.2106"/>
                  <dgm:constr type="h" for="ch" forName="chevron7" refType="h"/>
                  <dgm:constr type="l" for="ch" forName="childtext" refType="w" fact="0.0301"/>
                  <dgm:constr type="t" for="ch" forName="childtext" refType="h" fact="0.1"/>
                  <dgm:constr type="w" for="ch" forName="childtext" refType="w" fact="0.9117"/>
                  <dgm:constr type="h" for="ch" forName="childtext" refType="h" fact="0.8"/>
                </dgm:constrLst>
              </dgm:if>
              <dgm:else name="Name11">
                <dgm:constrLst>
                  <dgm:constr type="l" for="ch" forName="chevron1" refType="w" fact="0.0301"/>
                  <dgm:constr type="t" for="ch" forName="chevron1" refType="h" fact="0"/>
                  <dgm:constr type="w" for="ch" forName="chevron1" refType="w" fact="0.2106"/>
                  <dgm:constr type="h" for="ch" forName="chevron1" refType="h"/>
                  <dgm:constr type="l" for="ch" forName="chevron2" refType="w" fact="0.1566"/>
                  <dgm:constr type="t" for="ch" forName="chevron2" refType="h" fact="0"/>
                  <dgm:constr type="w" for="ch" forName="chevron2" refType="w" fact="0.2106"/>
                  <dgm:constr type="h" for="ch" forName="chevron2" refType="h"/>
                  <dgm:constr type="l" for="ch" forName="chevron3" refType="w" fact="0.2832"/>
                  <dgm:constr type="t" for="ch" forName="chevron3" refType="h" fact="0"/>
                  <dgm:constr type="w" for="ch" forName="chevron3" refType="w" fact="0.2106"/>
                  <dgm:constr type="h" for="ch" forName="chevron3" refType="h"/>
                  <dgm:constr type="l" for="ch" forName="chevron4" refType="w" fact="0.4097"/>
                  <dgm:constr type="t" for="ch" forName="chevron4" refType="h" fact="0"/>
                  <dgm:constr type="w" for="ch" forName="chevron4" refType="w" fact="0.2106"/>
                  <dgm:constr type="h" for="ch" forName="chevron4" refType="h"/>
                  <dgm:constr type="l" for="ch" forName="chevron5" refType="w" fact="0.5363"/>
                  <dgm:constr type="t" for="ch" forName="chevron5" refType="h" fact="0"/>
                  <dgm:constr type="w" for="ch" forName="chevron5" refType="w" fact="0.2106"/>
                  <dgm:constr type="h" for="ch" forName="chevron5" refType="h"/>
                  <dgm:constr type="l" for="ch" forName="chevron6" refType="w" fact="0.6628"/>
                  <dgm:constr type="t" for="ch" forName="chevron6" refType="h" fact="0"/>
                  <dgm:constr type="w" for="ch" forName="chevron6" refType="w" fact="0.2106"/>
                  <dgm:constr type="h" for="ch" forName="chevron6" refType="h"/>
                  <dgm:constr type="l" for="ch" forName="chevron7" refType="w" fact="0.7894"/>
                  <dgm:constr type="t" for="ch" forName="chevron7" refType="h" fact="0"/>
                  <dgm:constr type="w" for="ch" forName="chevron7" refType="w" fact="0.2106"/>
                  <dgm:constr type="h" for="ch" forName="chevron7" refType="h"/>
                  <dgm:constr type="l" for="ch" forName="childtext" refType="w" fact="0.0883"/>
                  <dgm:constr type="t" for="ch" forName="childtext" refType="h" fact="0.1"/>
                  <dgm:constr type="w" for="ch" forName="childtext" refType="w" fact="0.9117"/>
                  <dgm:constr type="h" for="ch" forName="childtext" refType="h" fact="0.8"/>
                </dgm:constrLst>
              </dgm:else>
            </dgm:choose>
            <dgm:ruleLst/>
            <dgm:layoutNode name="chevron1" styleLbl="alignNode1">
              <dgm:alg type="sp"/>
              <dgm:choose name="Name12">
                <dgm:if name="Name13" func="var" arg="dir" op="equ" val="norm">
                  <dgm:shape xmlns:r="http://schemas.openxmlformats.org/officeDocument/2006/relationships" type="chevron" r:blip="">
                    <dgm:adjLst>
                      <dgm:adj idx="1" val="0.7061"/>
                    </dgm:adjLst>
                  </dgm:shape>
                </dgm:if>
                <dgm:else name="Name14">
                  <dgm:shape xmlns:r="http://schemas.openxmlformats.org/officeDocument/2006/relationships" rot="180" type="chevron" r:blip="">
                    <dgm:adjLst>
                      <dgm:adj idx="1" val="0.7061"/>
                    </dgm:adjLst>
                  </dgm:shape>
                </dgm:else>
              </dgm:choose>
              <dgm:presOf/>
            </dgm:layoutNode>
            <dgm:layoutNode name="chevron2" styleLbl="alignNode1">
              <dgm:alg type="sp"/>
              <dgm:choose name="Name15">
                <dgm:if name="Name16" func="var" arg="dir" op="equ" val="norm">
                  <dgm:shape xmlns:r="http://schemas.openxmlformats.org/officeDocument/2006/relationships" type="chevron" r:blip="">
                    <dgm:adjLst>
                      <dgm:adj idx="1" val="0.7061"/>
                    </dgm:adjLst>
                  </dgm:shape>
                </dgm:if>
                <dgm:else name="Name17">
                  <dgm:shape xmlns:r="http://schemas.openxmlformats.org/officeDocument/2006/relationships" rot="180" type="chevron" r:blip="">
                    <dgm:adjLst>
                      <dgm:adj idx="1" val="0.7061"/>
                    </dgm:adjLst>
                  </dgm:shape>
                </dgm:else>
              </dgm:choose>
              <dgm:presOf/>
            </dgm:layoutNode>
            <dgm:layoutNode name="chevron3" styleLbl="alignNode1">
              <dgm:alg type="sp"/>
              <dgm:choose name="Name18">
                <dgm:if name="Name19" func="var" arg="dir" op="equ" val="norm">
                  <dgm:shape xmlns:r="http://schemas.openxmlformats.org/officeDocument/2006/relationships" type="chevron" r:blip="">
                    <dgm:adjLst>
                      <dgm:adj idx="1" val="0.7061"/>
                    </dgm:adjLst>
                  </dgm:shape>
                </dgm:if>
                <dgm:else name="Name20">
                  <dgm:shape xmlns:r="http://schemas.openxmlformats.org/officeDocument/2006/relationships" rot="180" type="chevron" r:blip="">
                    <dgm:adjLst>
                      <dgm:adj idx="1" val="0.7061"/>
                    </dgm:adjLst>
                  </dgm:shape>
                </dgm:else>
              </dgm:choose>
              <dgm:presOf/>
            </dgm:layoutNode>
            <dgm:layoutNode name="chevron4" styleLbl="alignNode1">
              <dgm:alg type="sp"/>
              <dgm:choose name="Name21">
                <dgm:if name="Name22" func="var" arg="dir" op="equ" val="norm">
                  <dgm:shape xmlns:r="http://schemas.openxmlformats.org/officeDocument/2006/relationships" type="chevron" r:blip="">
                    <dgm:adjLst>
                      <dgm:adj idx="1" val="0.7061"/>
                    </dgm:adjLst>
                  </dgm:shape>
                </dgm:if>
                <dgm:else name="Name23">
                  <dgm:shape xmlns:r="http://schemas.openxmlformats.org/officeDocument/2006/relationships" rot="180" type="chevron" r:blip="">
                    <dgm:adjLst>
                      <dgm:adj idx="1" val="0.7061"/>
                    </dgm:adjLst>
                  </dgm:shape>
                </dgm:else>
              </dgm:choose>
              <dgm:presOf/>
            </dgm:layoutNode>
            <dgm:layoutNode name="chevron5" styleLbl="alignNode1">
              <dgm:alg type="sp"/>
              <dgm:choose name="Name24">
                <dgm:if name="Name25" func="var" arg="dir" op="equ" val="norm">
                  <dgm:shape xmlns:r="http://schemas.openxmlformats.org/officeDocument/2006/relationships" type="chevron" r:blip="">
                    <dgm:adjLst>
                      <dgm:adj idx="1" val="0.7061"/>
                    </dgm:adjLst>
                  </dgm:shape>
                </dgm:if>
                <dgm:else name="Name26">
                  <dgm:shape xmlns:r="http://schemas.openxmlformats.org/officeDocument/2006/relationships" rot="180" type="chevron" r:blip="">
                    <dgm:adjLst>
                      <dgm:adj idx="1" val="0.7061"/>
                    </dgm:adjLst>
                  </dgm:shape>
                </dgm:else>
              </dgm:choose>
              <dgm:presOf/>
            </dgm:layoutNode>
            <dgm:layoutNode name="chevron6" styleLbl="alignNode1">
              <dgm:alg type="sp"/>
              <dgm:choose name="Name27">
                <dgm:if name="Name28" func="var" arg="dir" op="equ" val="norm">
                  <dgm:shape xmlns:r="http://schemas.openxmlformats.org/officeDocument/2006/relationships" type="chevron" r:blip="">
                    <dgm:adjLst>
                      <dgm:adj idx="1" val="0.7061"/>
                    </dgm:adjLst>
                  </dgm:shape>
                </dgm:if>
                <dgm:else name="Name29">
                  <dgm:shape xmlns:r="http://schemas.openxmlformats.org/officeDocument/2006/relationships" rot="180" type="chevron" r:blip="">
                    <dgm:adjLst>
                      <dgm:adj idx="1" val="0.7061"/>
                    </dgm:adjLst>
                  </dgm:shape>
                </dgm:else>
              </dgm:choose>
              <dgm:presOf/>
            </dgm:layoutNode>
            <dgm:layoutNode name="chevron7" styleLbl="alignNode1">
              <dgm:alg type="sp"/>
              <dgm:choose name="Name30">
                <dgm:if name="Name31" func="var" arg="dir" op="equ" val="norm">
                  <dgm:shape xmlns:r="http://schemas.openxmlformats.org/officeDocument/2006/relationships" type="chevron" r:blip="">
                    <dgm:adjLst>
                      <dgm:adj idx="1" val="0.7061"/>
                    </dgm:adjLst>
                  </dgm:shape>
                </dgm:if>
                <dgm:else name="Name32">
                  <dgm:shape xmlns:r="http://schemas.openxmlformats.org/officeDocument/2006/relationships" rot="180" type="chevron" r:blip="">
                    <dgm:adjLst>
                      <dgm:adj idx="1" val="0.7061"/>
                    </dgm:adjLst>
                  </dgm:shape>
                </dgm:else>
              </dgm:choose>
              <dgm:presOf/>
            </dgm:layoutNode>
            <dgm:layoutNode name="childtext" styleLbl="solidFgAcc1">
              <dgm:varLst>
                <dgm:chMax/>
                <dgm:chPref val="0"/>
                <dgm:bulletEnabled val="1"/>
              </dgm:varLst>
              <dgm:choose name="Name33">
                <dgm:if name="Name34" func="var" arg="dir" op="equ" val="norm">
                  <dgm:alg type="tx">
                    <dgm:param type="parTxLTRAlign" val="l"/>
                    <dgm:param type="txAnchorVertCh" val="t"/>
                  </dgm:alg>
                </dgm:if>
                <dgm:else name="Name35">
                  <dgm:alg type="tx">
                    <dgm:param type="parTxLTRAlign" val="r"/>
                    <dgm:param type="shpTxLTRAlignCh" val="r"/>
                    <dgm:param type="txAnchorVertCh" val="t"/>
                  </dgm:alg>
                </dgm:else>
              </dgm:choose>
              <dgm:shape xmlns:r="http://schemas.openxmlformats.org/officeDocument/2006/relationships" type="rect" r:blip="">
                <dgm:adjLst/>
              </dgm:shape>
              <dgm:presOf axis="des" ptType="node"/>
              <dgm:constrLst>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dgm:if>
        <dgm:else name="Name36">
          <dgm:layoutNode name="parallelogramComposite">
            <dgm:alg type="composite">
              <dgm:param type="ar" val="50"/>
            </dgm:alg>
            <dgm:shape xmlns:r="http://schemas.openxmlformats.org/officeDocument/2006/relationships" r:blip="">
              <dgm:adjLst/>
            </dgm:shape>
            <dgm:constrLst>
              <dgm:constr type="l" for="ch" forName="parallelogram1" refType="w" fact="0"/>
              <dgm:constr type="t" for="ch" forName="parallelogram1" refType="h" fact="0"/>
              <dgm:constr type="w" for="ch" forName="parallelogram1" refType="w" fact="0.12"/>
              <dgm:constr type="h" for="ch" forName="parallelogram1" refType="h"/>
              <dgm:constr type="l" for="ch" forName="parallelogram2" refType="w" fact="0.127"/>
              <dgm:constr type="t" for="ch" forName="parallelogram2" refType="h" fact="0"/>
              <dgm:constr type="w" for="ch" forName="parallelogram2" refType="w" fact="0.12"/>
              <dgm:constr type="h" for="ch" forName="parallelogram2" refType="h"/>
              <dgm:constr type="l" for="ch" forName="parallelogram3" refType="w" fact="0.254"/>
              <dgm:constr type="t" for="ch" forName="parallelogram3" refType="h" fact="0"/>
              <dgm:constr type="w" for="ch" forName="parallelogram3" refType="w" fact="0.12"/>
              <dgm:constr type="h" for="ch" forName="parallelogram3" refType="h"/>
              <dgm:constr type="l" for="ch" forName="parallelogram4" refType="w" fact="0.381"/>
              <dgm:constr type="t" for="ch" forName="parallelogram4" refType="h" fact="0"/>
              <dgm:constr type="w" for="ch" forName="parallelogram4" refType="w" fact="0.12"/>
              <dgm:constr type="h" for="ch" forName="parallelogram4" refType="h"/>
              <dgm:constr type="l" for="ch" forName="parallelogram5" refType="w" fact="0.508"/>
              <dgm:constr type="t" for="ch" forName="parallelogram5" refType="h" fact="0"/>
              <dgm:constr type="w" for="ch" forName="parallelogram5" refType="w" fact="0.12"/>
              <dgm:constr type="h" for="ch" forName="parallelogram5" refType="h"/>
              <dgm:constr type="l" for="ch" forName="parallelogram6" refType="w" fact="0.635"/>
              <dgm:constr type="t" for="ch" forName="parallelogram6" refType="h" fact="0"/>
              <dgm:constr type="w" for="ch" forName="parallelogram6" refType="w" fact="0.12"/>
              <dgm:constr type="h" for="ch" forName="parallelogram6" refType="h"/>
              <dgm:constr type="l" for="ch" forName="parallelogram7" refType="w" fact="0.762"/>
              <dgm:constr type="t" for="ch" forName="parallelogram7" refType="h" fact="0"/>
              <dgm:constr type="w" for="ch" forName="parallelogram7" refType="w" fact="0.12"/>
              <dgm:constr type="h" for="ch" forName="parallelogram7" refType="h"/>
            </dgm:constrLst>
            <dgm:ruleLst/>
            <dgm:layoutNode name="parallelogram1" styleLbl="alignNode1">
              <dgm:alg type="sp"/>
              <dgm:shape xmlns:r="http://schemas.openxmlformats.org/officeDocument/2006/relationships" type="parallelogram" r:blip="">
                <dgm:adjLst>
                  <dgm:adj idx="1" val="1.4084"/>
                </dgm:adjLst>
              </dgm:shape>
              <dgm:presOf/>
            </dgm:layoutNode>
            <dgm:layoutNode name="parallelogram2" styleLbl="alignNode1">
              <dgm:alg type="sp"/>
              <dgm:shape xmlns:r="http://schemas.openxmlformats.org/officeDocument/2006/relationships" type="parallelogram" r:blip="">
                <dgm:adjLst>
                  <dgm:adj idx="1" val="1.4084"/>
                </dgm:adjLst>
              </dgm:shape>
              <dgm:presOf/>
            </dgm:layoutNode>
            <dgm:layoutNode name="parallelogram3" styleLbl="alignNode1">
              <dgm:alg type="sp"/>
              <dgm:shape xmlns:r="http://schemas.openxmlformats.org/officeDocument/2006/relationships" type="parallelogram" r:blip="">
                <dgm:adjLst>
                  <dgm:adj idx="1" val="1.4084"/>
                </dgm:adjLst>
              </dgm:shape>
              <dgm:presOf/>
            </dgm:layoutNode>
            <dgm:layoutNode name="parallelogram4" styleLbl="alignNode1">
              <dgm:alg type="sp"/>
              <dgm:shape xmlns:r="http://schemas.openxmlformats.org/officeDocument/2006/relationships" type="parallelogram" r:blip="">
                <dgm:adjLst>
                  <dgm:adj idx="1" val="1.4084"/>
                </dgm:adjLst>
              </dgm:shape>
              <dgm:presOf/>
            </dgm:layoutNode>
            <dgm:layoutNode name="parallelogram5" styleLbl="alignNode1">
              <dgm:alg type="sp"/>
              <dgm:shape xmlns:r="http://schemas.openxmlformats.org/officeDocument/2006/relationships" type="parallelogram" r:blip="">
                <dgm:adjLst>
                  <dgm:adj idx="1" val="1.4084"/>
                </dgm:adjLst>
              </dgm:shape>
              <dgm:presOf/>
            </dgm:layoutNode>
            <dgm:layoutNode name="parallelogram6" styleLbl="alignNode1">
              <dgm:alg type="sp"/>
              <dgm:shape xmlns:r="http://schemas.openxmlformats.org/officeDocument/2006/relationships" type="parallelogram" r:blip="">
                <dgm:adjLst>
                  <dgm:adj idx="1" val="1.4084"/>
                </dgm:adjLst>
              </dgm:shape>
              <dgm:presOf/>
            </dgm:layoutNode>
            <dgm:layoutNode name="parallelogram7" styleLbl="alignNode1">
              <dgm:alg type="sp"/>
              <dgm:shape xmlns:r="http://schemas.openxmlformats.org/officeDocument/2006/relationships" type="parallelogram" r:blip="">
                <dgm:adjLst>
                  <dgm:adj idx="1" val="1.4084"/>
                </dgm:adjLst>
              </dgm:shape>
              <dgm:presOf/>
            </dgm:layoutNode>
          </dgm:layoutNode>
        </dgm:else>
      </dgm:choos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8/layout/VerticalAccentList">
  <dgm:title val=""/>
  <dgm:desc val=""/>
  <dgm:catLst>
    <dgm:cat type="list" pri="16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clrData>
  <dgm:layoutNode name="Name0">
    <dgm:varLst>
      <dgm:chMax/>
      <dgm:chPref/>
      <dgm:dir/>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constrLst>
      <dgm:constr type="primFontSz" for="des" forName="parenttext" refType="primFontSz" refFor="des" refForName="childtext" op="gte"/>
      <dgm:constr type="w" for="ch" forName="composite" refType="w"/>
      <dgm:constr type="h" for="ch" forName="composite" refType="h"/>
      <dgm:constr type="w" for="ch" forName="parallelogramComposite" refType="w"/>
      <dgm:constr type="h" for="ch" forName="parallelogramComposite" refType="h"/>
      <dgm:constr type="w" for="ch" forName="parenttextcomposite" refType="w" fact="0.9"/>
      <dgm:constr type="h" for="ch" forName="parenttextcomposite" refType="h" fact="0.6"/>
      <dgm:constr type="h" for="ch" forName="sibTrans" refType="h" refFor="ch" refForName="composite" op="equ" fact="0.02"/>
      <dgm:constr type="h" for="ch" forName="sibTrans" op="equ"/>
    </dgm:constrLst>
    <dgm:forEach name="nodesForEach" axis="ch" ptType="node">
      <dgm:layoutNode name="parenttextcomposite">
        <dgm:alg type="composite">
          <dgm:param type="ar" val="11"/>
        </dgm:alg>
        <dgm:shape xmlns:r="http://schemas.openxmlformats.org/officeDocument/2006/relationships" r:blip="">
          <dgm:adjLst/>
        </dgm:shape>
        <dgm:constrLst>
          <dgm:constr type="h" for="ch" forName="parenttext" refType="h"/>
          <dgm:constr type="w" for="ch" forName="parenttext" refType="w"/>
        </dgm:constrLst>
        <dgm:layoutNode name="parenttext" styleLbl="revTx">
          <dgm:varLst>
            <dgm:chMax/>
            <dgm:chPref val="2"/>
            <dgm:bulletEnabled val="1"/>
          </dgm:varLst>
          <dgm:choose name="Name4">
            <dgm:if name="Name5" func="var" arg="dir" op="equ" val="norm">
              <dgm:alg type="tx">
                <dgm:param type="parTxLTRAlign" val="l"/>
                <dgm:param type="txAnchorVert" val="b"/>
              </dgm:alg>
            </dgm:if>
            <dgm:else name="Name6">
              <dgm:alg type="tx">
                <dgm:param type="parTxLTRAlign" val="r"/>
                <dgm:param type="txAnchorVert" val="b"/>
              </dgm:alg>
            </dgm:else>
          </dgm:choose>
          <dgm:shape xmlns:r="http://schemas.openxmlformats.org/officeDocument/2006/relationships" type="rect"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choose name="Name7">
        <dgm:if name="Name8" axis="ch" ptType="node" func="cnt" op="gte" val="1">
          <dgm:layoutNode name="composite">
            <dgm:alg type="composite">
              <dgm:param type="ar" val="6"/>
            </dgm:alg>
            <dgm:shape xmlns:r="http://schemas.openxmlformats.org/officeDocument/2006/relationships" r:blip="">
              <dgm:adjLst/>
            </dgm:shape>
            <dgm:choose name="Name9">
              <dgm:if name="Name10" func="var" arg="dir" op="equ" val="norm">
                <dgm:constrLst>
                  <dgm:constr type="l" for="ch" forName="chevron1" refType="w" fact="0.0301"/>
                  <dgm:constr type="t" for="ch" forName="chevron1" refType="h" fact="0"/>
                  <dgm:constr type="w" for="ch" forName="chevron1" refType="w" fact="0.2106"/>
                  <dgm:constr type="h" for="ch" forName="chevron1" refType="h"/>
                  <dgm:constr type="l" for="ch" forName="chevron2" refType="w" fact="0.1566"/>
                  <dgm:constr type="t" for="ch" forName="chevron2" refType="h" fact="0"/>
                  <dgm:constr type="w" for="ch" forName="chevron2" refType="w" fact="0.2106"/>
                  <dgm:constr type="h" for="ch" forName="chevron2" refType="h"/>
                  <dgm:constr type="l" for="ch" forName="chevron3" refType="w" fact="0.2832"/>
                  <dgm:constr type="t" for="ch" forName="chevron3" refType="h" fact="0"/>
                  <dgm:constr type="w" for="ch" forName="chevron3" refType="w" fact="0.2106"/>
                  <dgm:constr type="h" for="ch" forName="chevron3" refType="h"/>
                  <dgm:constr type="l" for="ch" forName="chevron4" refType="w" fact="0.4097"/>
                  <dgm:constr type="t" for="ch" forName="chevron4" refType="h" fact="0"/>
                  <dgm:constr type="w" for="ch" forName="chevron4" refType="w" fact="0.2106"/>
                  <dgm:constr type="h" for="ch" forName="chevron4" refType="h"/>
                  <dgm:constr type="l" for="ch" forName="chevron5" refType="w" fact="0.5363"/>
                  <dgm:constr type="t" for="ch" forName="chevron5" refType="h" fact="0"/>
                  <dgm:constr type="w" for="ch" forName="chevron5" refType="w" fact="0.2106"/>
                  <dgm:constr type="h" for="ch" forName="chevron5" refType="h"/>
                  <dgm:constr type="l" for="ch" forName="chevron6" refType="w" fact="0.6628"/>
                  <dgm:constr type="t" for="ch" forName="chevron6" refType="h" fact="0"/>
                  <dgm:constr type="w" for="ch" forName="chevron6" refType="w" fact="0.2106"/>
                  <dgm:constr type="h" for="ch" forName="chevron6" refType="h"/>
                  <dgm:constr type="l" for="ch" forName="chevron7" refType="w" fact="0.7894"/>
                  <dgm:constr type="t" for="ch" forName="chevron7" refType="h" fact="0"/>
                  <dgm:constr type="w" for="ch" forName="chevron7" refType="w" fact="0.2106"/>
                  <dgm:constr type="h" for="ch" forName="chevron7" refType="h"/>
                  <dgm:constr type="l" for="ch" forName="childtext" refType="w" fact="0.0301"/>
                  <dgm:constr type="t" for="ch" forName="childtext" refType="h" fact="0.1"/>
                  <dgm:constr type="w" for="ch" forName="childtext" refType="w" fact="0.9117"/>
                  <dgm:constr type="h" for="ch" forName="childtext" refType="h" fact="0.8"/>
                </dgm:constrLst>
              </dgm:if>
              <dgm:else name="Name11">
                <dgm:constrLst>
                  <dgm:constr type="l" for="ch" forName="chevron1" refType="w" fact="0.0301"/>
                  <dgm:constr type="t" for="ch" forName="chevron1" refType="h" fact="0"/>
                  <dgm:constr type="w" for="ch" forName="chevron1" refType="w" fact="0.2106"/>
                  <dgm:constr type="h" for="ch" forName="chevron1" refType="h"/>
                  <dgm:constr type="l" for="ch" forName="chevron2" refType="w" fact="0.1566"/>
                  <dgm:constr type="t" for="ch" forName="chevron2" refType="h" fact="0"/>
                  <dgm:constr type="w" for="ch" forName="chevron2" refType="w" fact="0.2106"/>
                  <dgm:constr type="h" for="ch" forName="chevron2" refType="h"/>
                  <dgm:constr type="l" for="ch" forName="chevron3" refType="w" fact="0.2832"/>
                  <dgm:constr type="t" for="ch" forName="chevron3" refType="h" fact="0"/>
                  <dgm:constr type="w" for="ch" forName="chevron3" refType="w" fact="0.2106"/>
                  <dgm:constr type="h" for="ch" forName="chevron3" refType="h"/>
                  <dgm:constr type="l" for="ch" forName="chevron4" refType="w" fact="0.4097"/>
                  <dgm:constr type="t" for="ch" forName="chevron4" refType="h" fact="0"/>
                  <dgm:constr type="w" for="ch" forName="chevron4" refType="w" fact="0.2106"/>
                  <dgm:constr type="h" for="ch" forName="chevron4" refType="h"/>
                  <dgm:constr type="l" for="ch" forName="chevron5" refType="w" fact="0.5363"/>
                  <dgm:constr type="t" for="ch" forName="chevron5" refType="h" fact="0"/>
                  <dgm:constr type="w" for="ch" forName="chevron5" refType="w" fact="0.2106"/>
                  <dgm:constr type="h" for="ch" forName="chevron5" refType="h"/>
                  <dgm:constr type="l" for="ch" forName="chevron6" refType="w" fact="0.6628"/>
                  <dgm:constr type="t" for="ch" forName="chevron6" refType="h" fact="0"/>
                  <dgm:constr type="w" for="ch" forName="chevron6" refType="w" fact="0.2106"/>
                  <dgm:constr type="h" for="ch" forName="chevron6" refType="h"/>
                  <dgm:constr type="l" for="ch" forName="chevron7" refType="w" fact="0.7894"/>
                  <dgm:constr type="t" for="ch" forName="chevron7" refType="h" fact="0"/>
                  <dgm:constr type="w" for="ch" forName="chevron7" refType="w" fact="0.2106"/>
                  <dgm:constr type="h" for="ch" forName="chevron7" refType="h"/>
                  <dgm:constr type="l" for="ch" forName="childtext" refType="w" fact="0.0883"/>
                  <dgm:constr type="t" for="ch" forName="childtext" refType="h" fact="0.1"/>
                  <dgm:constr type="w" for="ch" forName="childtext" refType="w" fact="0.9117"/>
                  <dgm:constr type="h" for="ch" forName="childtext" refType="h" fact="0.8"/>
                </dgm:constrLst>
              </dgm:else>
            </dgm:choose>
            <dgm:ruleLst/>
            <dgm:layoutNode name="chevron1" styleLbl="alignNode1">
              <dgm:alg type="sp"/>
              <dgm:choose name="Name12">
                <dgm:if name="Name13" func="var" arg="dir" op="equ" val="norm">
                  <dgm:shape xmlns:r="http://schemas.openxmlformats.org/officeDocument/2006/relationships" type="chevron" r:blip="">
                    <dgm:adjLst>
                      <dgm:adj idx="1" val="0.7061"/>
                    </dgm:adjLst>
                  </dgm:shape>
                </dgm:if>
                <dgm:else name="Name14">
                  <dgm:shape xmlns:r="http://schemas.openxmlformats.org/officeDocument/2006/relationships" rot="180" type="chevron" r:blip="">
                    <dgm:adjLst>
                      <dgm:adj idx="1" val="0.7061"/>
                    </dgm:adjLst>
                  </dgm:shape>
                </dgm:else>
              </dgm:choose>
              <dgm:presOf/>
            </dgm:layoutNode>
            <dgm:layoutNode name="chevron2" styleLbl="alignNode1">
              <dgm:alg type="sp"/>
              <dgm:choose name="Name15">
                <dgm:if name="Name16" func="var" arg="dir" op="equ" val="norm">
                  <dgm:shape xmlns:r="http://schemas.openxmlformats.org/officeDocument/2006/relationships" type="chevron" r:blip="">
                    <dgm:adjLst>
                      <dgm:adj idx="1" val="0.7061"/>
                    </dgm:adjLst>
                  </dgm:shape>
                </dgm:if>
                <dgm:else name="Name17">
                  <dgm:shape xmlns:r="http://schemas.openxmlformats.org/officeDocument/2006/relationships" rot="180" type="chevron" r:blip="">
                    <dgm:adjLst>
                      <dgm:adj idx="1" val="0.7061"/>
                    </dgm:adjLst>
                  </dgm:shape>
                </dgm:else>
              </dgm:choose>
              <dgm:presOf/>
            </dgm:layoutNode>
            <dgm:layoutNode name="chevron3" styleLbl="alignNode1">
              <dgm:alg type="sp"/>
              <dgm:choose name="Name18">
                <dgm:if name="Name19" func="var" arg="dir" op="equ" val="norm">
                  <dgm:shape xmlns:r="http://schemas.openxmlformats.org/officeDocument/2006/relationships" type="chevron" r:blip="">
                    <dgm:adjLst>
                      <dgm:adj idx="1" val="0.7061"/>
                    </dgm:adjLst>
                  </dgm:shape>
                </dgm:if>
                <dgm:else name="Name20">
                  <dgm:shape xmlns:r="http://schemas.openxmlformats.org/officeDocument/2006/relationships" rot="180" type="chevron" r:blip="">
                    <dgm:adjLst>
                      <dgm:adj idx="1" val="0.7061"/>
                    </dgm:adjLst>
                  </dgm:shape>
                </dgm:else>
              </dgm:choose>
              <dgm:presOf/>
            </dgm:layoutNode>
            <dgm:layoutNode name="chevron4" styleLbl="alignNode1">
              <dgm:alg type="sp"/>
              <dgm:choose name="Name21">
                <dgm:if name="Name22" func="var" arg="dir" op="equ" val="norm">
                  <dgm:shape xmlns:r="http://schemas.openxmlformats.org/officeDocument/2006/relationships" type="chevron" r:blip="">
                    <dgm:adjLst>
                      <dgm:adj idx="1" val="0.7061"/>
                    </dgm:adjLst>
                  </dgm:shape>
                </dgm:if>
                <dgm:else name="Name23">
                  <dgm:shape xmlns:r="http://schemas.openxmlformats.org/officeDocument/2006/relationships" rot="180" type="chevron" r:blip="">
                    <dgm:adjLst>
                      <dgm:adj idx="1" val="0.7061"/>
                    </dgm:adjLst>
                  </dgm:shape>
                </dgm:else>
              </dgm:choose>
              <dgm:presOf/>
            </dgm:layoutNode>
            <dgm:layoutNode name="chevron5" styleLbl="alignNode1">
              <dgm:alg type="sp"/>
              <dgm:choose name="Name24">
                <dgm:if name="Name25" func="var" arg="dir" op="equ" val="norm">
                  <dgm:shape xmlns:r="http://schemas.openxmlformats.org/officeDocument/2006/relationships" type="chevron" r:blip="">
                    <dgm:adjLst>
                      <dgm:adj idx="1" val="0.7061"/>
                    </dgm:adjLst>
                  </dgm:shape>
                </dgm:if>
                <dgm:else name="Name26">
                  <dgm:shape xmlns:r="http://schemas.openxmlformats.org/officeDocument/2006/relationships" rot="180" type="chevron" r:blip="">
                    <dgm:adjLst>
                      <dgm:adj idx="1" val="0.7061"/>
                    </dgm:adjLst>
                  </dgm:shape>
                </dgm:else>
              </dgm:choose>
              <dgm:presOf/>
            </dgm:layoutNode>
            <dgm:layoutNode name="chevron6" styleLbl="alignNode1">
              <dgm:alg type="sp"/>
              <dgm:choose name="Name27">
                <dgm:if name="Name28" func="var" arg="dir" op="equ" val="norm">
                  <dgm:shape xmlns:r="http://schemas.openxmlformats.org/officeDocument/2006/relationships" type="chevron" r:blip="">
                    <dgm:adjLst>
                      <dgm:adj idx="1" val="0.7061"/>
                    </dgm:adjLst>
                  </dgm:shape>
                </dgm:if>
                <dgm:else name="Name29">
                  <dgm:shape xmlns:r="http://schemas.openxmlformats.org/officeDocument/2006/relationships" rot="180" type="chevron" r:blip="">
                    <dgm:adjLst>
                      <dgm:adj idx="1" val="0.7061"/>
                    </dgm:adjLst>
                  </dgm:shape>
                </dgm:else>
              </dgm:choose>
              <dgm:presOf/>
            </dgm:layoutNode>
            <dgm:layoutNode name="chevron7" styleLbl="alignNode1">
              <dgm:alg type="sp"/>
              <dgm:choose name="Name30">
                <dgm:if name="Name31" func="var" arg="dir" op="equ" val="norm">
                  <dgm:shape xmlns:r="http://schemas.openxmlformats.org/officeDocument/2006/relationships" type="chevron" r:blip="">
                    <dgm:adjLst>
                      <dgm:adj idx="1" val="0.7061"/>
                    </dgm:adjLst>
                  </dgm:shape>
                </dgm:if>
                <dgm:else name="Name32">
                  <dgm:shape xmlns:r="http://schemas.openxmlformats.org/officeDocument/2006/relationships" rot="180" type="chevron" r:blip="">
                    <dgm:adjLst>
                      <dgm:adj idx="1" val="0.7061"/>
                    </dgm:adjLst>
                  </dgm:shape>
                </dgm:else>
              </dgm:choose>
              <dgm:presOf/>
            </dgm:layoutNode>
            <dgm:layoutNode name="childtext" styleLbl="solidFgAcc1">
              <dgm:varLst>
                <dgm:chMax/>
                <dgm:chPref val="0"/>
                <dgm:bulletEnabled val="1"/>
              </dgm:varLst>
              <dgm:choose name="Name33">
                <dgm:if name="Name34" func="var" arg="dir" op="equ" val="norm">
                  <dgm:alg type="tx">
                    <dgm:param type="parTxLTRAlign" val="l"/>
                    <dgm:param type="txAnchorVertCh" val="t"/>
                  </dgm:alg>
                </dgm:if>
                <dgm:else name="Name35">
                  <dgm:alg type="tx">
                    <dgm:param type="parTxLTRAlign" val="r"/>
                    <dgm:param type="shpTxLTRAlignCh" val="r"/>
                    <dgm:param type="txAnchorVertCh" val="t"/>
                  </dgm:alg>
                </dgm:else>
              </dgm:choose>
              <dgm:shape xmlns:r="http://schemas.openxmlformats.org/officeDocument/2006/relationships" type="rect" r:blip="">
                <dgm:adjLst/>
              </dgm:shape>
              <dgm:presOf axis="des" ptType="node"/>
              <dgm:constrLst>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dgm:if>
        <dgm:else name="Name36">
          <dgm:layoutNode name="parallelogramComposite">
            <dgm:alg type="composite">
              <dgm:param type="ar" val="50"/>
            </dgm:alg>
            <dgm:shape xmlns:r="http://schemas.openxmlformats.org/officeDocument/2006/relationships" r:blip="">
              <dgm:adjLst/>
            </dgm:shape>
            <dgm:constrLst>
              <dgm:constr type="l" for="ch" forName="parallelogram1" refType="w" fact="0"/>
              <dgm:constr type="t" for="ch" forName="parallelogram1" refType="h" fact="0"/>
              <dgm:constr type="w" for="ch" forName="parallelogram1" refType="w" fact="0.12"/>
              <dgm:constr type="h" for="ch" forName="parallelogram1" refType="h"/>
              <dgm:constr type="l" for="ch" forName="parallelogram2" refType="w" fact="0.127"/>
              <dgm:constr type="t" for="ch" forName="parallelogram2" refType="h" fact="0"/>
              <dgm:constr type="w" for="ch" forName="parallelogram2" refType="w" fact="0.12"/>
              <dgm:constr type="h" for="ch" forName="parallelogram2" refType="h"/>
              <dgm:constr type="l" for="ch" forName="parallelogram3" refType="w" fact="0.254"/>
              <dgm:constr type="t" for="ch" forName="parallelogram3" refType="h" fact="0"/>
              <dgm:constr type="w" for="ch" forName="parallelogram3" refType="w" fact="0.12"/>
              <dgm:constr type="h" for="ch" forName="parallelogram3" refType="h"/>
              <dgm:constr type="l" for="ch" forName="parallelogram4" refType="w" fact="0.381"/>
              <dgm:constr type="t" for="ch" forName="parallelogram4" refType="h" fact="0"/>
              <dgm:constr type="w" for="ch" forName="parallelogram4" refType="w" fact="0.12"/>
              <dgm:constr type="h" for="ch" forName="parallelogram4" refType="h"/>
              <dgm:constr type="l" for="ch" forName="parallelogram5" refType="w" fact="0.508"/>
              <dgm:constr type="t" for="ch" forName="parallelogram5" refType="h" fact="0"/>
              <dgm:constr type="w" for="ch" forName="parallelogram5" refType="w" fact="0.12"/>
              <dgm:constr type="h" for="ch" forName="parallelogram5" refType="h"/>
              <dgm:constr type="l" for="ch" forName="parallelogram6" refType="w" fact="0.635"/>
              <dgm:constr type="t" for="ch" forName="parallelogram6" refType="h" fact="0"/>
              <dgm:constr type="w" for="ch" forName="parallelogram6" refType="w" fact="0.12"/>
              <dgm:constr type="h" for="ch" forName="parallelogram6" refType="h"/>
              <dgm:constr type="l" for="ch" forName="parallelogram7" refType="w" fact="0.762"/>
              <dgm:constr type="t" for="ch" forName="parallelogram7" refType="h" fact="0"/>
              <dgm:constr type="w" for="ch" forName="parallelogram7" refType="w" fact="0.12"/>
              <dgm:constr type="h" for="ch" forName="parallelogram7" refType="h"/>
            </dgm:constrLst>
            <dgm:ruleLst/>
            <dgm:layoutNode name="parallelogram1" styleLbl="alignNode1">
              <dgm:alg type="sp"/>
              <dgm:shape xmlns:r="http://schemas.openxmlformats.org/officeDocument/2006/relationships" type="parallelogram" r:blip="">
                <dgm:adjLst>
                  <dgm:adj idx="1" val="1.4084"/>
                </dgm:adjLst>
              </dgm:shape>
              <dgm:presOf/>
            </dgm:layoutNode>
            <dgm:layoutNode name="parallelogram2" styleLbl="alignNode1">
              <dgm:alg type="sp"/>
              <dgm:shape xmlns:r="http://schemas.openxmlformats.org/officeDocument/2006/relationships" type="parallelogram" r:blip="">
                <dgm:adjLst>
                  <dgm:adj idx="1" val="1.4084"/>
                </dgm:adjLst>
              </dgm:shape>
              <dgm:presOf/>
            </dgm:layoutNode>
            <dgm:layoutNode name="parallelogram3" styleLbl="alignNode1">
              <dgm:alg type="sp"/>
              <dgm:shape xmlns:r="http://schemas.openxmlformats.org/officeDocument/2006/relationships" type="parallelogram" r:blip="">
                <dgm:adjLst>
                  <dgm:adj idx="1" val="1.4084"/>
                </dgm:adjLst>
              </dgm:shape>
              <dgm:presOf/>
            </dgm:layoutNode>
            <dgm:layoutNode name="parallelogram4" styleLbl="alignNode1">
              <dgm:alg type="sp"/>
              <dgm:shape xmlns:r="http://schemas.openxmlformats.org/officeDocument/2006/relationships" type="parallelogram" r:blip="">
                <dgm:adjLst>
                  <dgm:adj idx="1" val="1.4084"/>
                </dgm:adjLst>
              </dgm:shape>
              <dgm:presOf/>
            </dgm:layoutNode>
            <dgm:layoutNode name="parallelogram5" styleLbl="alignNode1">
              <dgm:alg type="sp"/>
              <dgm:shape xmlns:r="http://schemas.openxmlformats.org/officeDocument/2006/relationships" type="parallelogram" r:blip="">
                <dgm:adjLst>
                  <dgm:adj idx="1" val="1.4084"/>
                </dgm:adjLst>
              </dgm:shape>
              <dgm:presOf/>
            </dgm:layoutNode>
            <dgm:layoutNode name="parallelogram6" styleLbl="alignNode1">
              <dgm:alg type="sp"/>
              <dgm:shape xmlns:r="http://schemas.openxmlformats.org/officeDocument/2006/relationships" type="parallelogram" r:blip="">
                <dgm:adjLst>
                  <dgm:adj idx="1" val="1.4084"/>
                </dgm:adjLst>
              </dgm:shape>
              <dgm:presOf/>
            </dgm:layoutNode>
            <dgm:layoutNode name="parallelogram7" styleLbl="alignNode1">
              <dgm:alg type="sp"/>
              <dgm:shape xmlns:r="http://schemas.openxmlformats.org/officeDocument/2006/relationships" type="parallelogram" r:blip="">
                <dgm:adjLst>
                  <dgm:adj idx="1" val="1.4084"/>
                </dgm:adjLst>
              </dgm:shape>
              <dgm:presOf/>
            </dgm:layoutNode>
          </dgm:layoutNode>
        </dgm:else>
      </dgm:choos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8/layout/VerticalAccentList">
  <dgm:title val=""/>
  <dgm:desc val=""/>
  <dgm:catLst>
    <dgm:cat type="list" pri="16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clrData>
  <dgm:layoutNode name="Name0">
    <dgm:varLst>
      <dgm:chMax/>
      <dgm:chPref/>
      <dgm:dir/>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constrLst>
      <dgm:constr type="primFontSz" for="des" forName="parenttext" refType="primFontSz" refFor="des" refForName="childtext" op="gte"/>
      <dgm:constr type="w" for="ch" forName="composite" refType="w"/>
      <dgm:constr type="h" for="ch" forName="composite" refType="h"/>
      <dgm:constr type="w" for="ch" forName="parallelogramComposite" refType="w"/>
      <dgm:constr type="h" for="ch" forName="parallelogramComposite" refType="h"/>
      <dgm:constr type="w" for="ch" forName="parenttextcomposite" refType="w" fact="0.9"/>
      <dgm:constr type="h" for="ch" forName="parenttextcomposite" refType="h" fact="0.6"/>
      <dgm:constr type="h" for="ch" forName="sibTrans" refType="h" refFor="ch" refForName="composite" op="equ" fact="0.02"/>
      <dgm:constr type="h" for="ch" forName="sibTrans" op="equ"/>
    </dgm:constrLst>
    <dgm:forEach name="nodesForEach" axis="ch" ptType="node">
      <dgm:layoutNode name="parenttextcomposite">
        <dgm:alg type="composite">
          <dgm:param type="ar" val="11"/>
        </dgm:alg>
        <dgm:shape xmlns:r="http://schemas.openxmlformats.org/officeDocument/2006/relationships" r:blip="">
          <dgm:adjLst/>
        </dgm:shape>
        <dgm:constrLst>
          <dgm:constr type="h" for="ch" forName="parenttext" refType="h"/>
          <dgm:constr type="w" for="ch" forName="parenttext" refType="w"/>
        </dgm:constrLst>
        <dgm:layoutNode name="parenttext" styleLbl="revTx">
          <dgm:varLst>
            <dgm:chMax/>
            <dgm:chPref val="2"/>
            <dgm:bulletEnabled val="1"/>
          </dgm:varLst>
          <dgm:choose name="Name4">
            <dgm:if name="Name5" func="var" arg="dir" op="equ" val="norm">
              <dgm:alg type="tx">
                <dgm:param type="parTxLTRAlign" val="l"/>
                <dgm:param type="txAnchorVert" val="b"/>
              </dgm:alg>
            </dgm:if>
            <dgm:else name="Name6">
              <dgm:alg type="tx">
                <dgm:param type="parTxLTRAlign" val="r"/>
                <dgm:param type="txAnchorVert" val="b"/>
              </dgm:alg>
            </dgm:else>
          </dgm:choose>
          <dgm:shape xmlns:r="http://schemas.openxmlformats.org/officeDocument/2006/relationships" type="rect"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choose name="Name7">
        <dgm:if name="Name8" axis="ch" ptType="node" func="cnt" op="gte" val="1">
          <dgm:layoutNode name="composite">
            <dgm:alg type="composite">
              <dgm:param type="ar" val="6"/>
            </dgm:alg>
            <dgm:shape xmlns:r="http://schemas.openxmlformats.org/officeDocument/2006/relationships" r:blip="">
              <dgm:adjLst/>
            </dgm:shape>
            <dgm:choose name="Name9">
              <dgm:if name="Name10" func="var" arg="dir" op="equ" val="norm">
                <dgm:constrLst>
                  <dgm:constr type="l" for="ch" forName="chevron1" refType="w" fact="0.0301"/>
                  <dgm:constr type="t" for="ch" forName="chevron1" refType="h" fact="0"/>
                  <dgm:constr type="w" for="ch" forName="chevron1" refType="w" fact="0.2106"/>
                  <dgm:constr type="h" for="ch" forName="chevron1" refType="h"/>
                  <dgm:constr type="l" for="ch" forName="chevron2" refType="w" fact="0.1566"/>
                  <dgm:constr type="t" for="ch" forName="chevron2" refType="h" fact="0"/>
                  <dgm:constr type="w" for="ch" forName="chevron2" refType="w" fact="0.2106"/>
                  <dgm:constr type="h" for="ch" forName="chevron2" refType="h"/>
                  <dgm:constr type="l" for="ch" forName="chevron3" refType="w" fact="0.2832"/>
                  <dgm:constr type="t" for="ch" forName="chevron3" refType="h" fact="0"/>
                  <dgm:constr type="w" for="ch" forName="chevron3" refType="w" fact="0.2106"/>
                  <dgm:constr type="h" for="ch" forName="chevron3" refType="h"/>
                  <dgm:constr type="l" for="ch" forName="chevron4" refType="w" fact="0.4097"/>
                  <dgm:constr type="t" for="ch" forName="chevron4" refType="h" fact="0"/>
                  <dgm:constr type="w" for="ch" forName="chevron4" refType="w" fact="0.2106"/>
                  <dgm:constr type="h" for="ch" forName="chevron4" refType="h"/>
                  <dgm:constr type="l" for="ch" forName="chevron5" refType="w" fact="0.5363"/>
                  <dgm:constr type="t" for="ch" forName="chevron5" refType="h" fact="0"/>
                  <dgm:constr type="w" for="ch" forName="chevron5" refType="w" fact="0.2106"/>
                  <dgm:constr type="h" for="ch" forName="chevron5" refType="h"/>
                  <dgm:constr type="l" for="ch" forName="chevron6" refType="w" fact="0.6628"/>
                  <dgm:constr type="t" for="ch" forName="chevron6" refType="h" fact="0"/>
                  <dgm:constr type="w" for="ch" forName="chevron6" refType="w" fact="0.2106"/>
                  <dgm:constr type="h" for="ch" forName="chevron6" refType="h"/>
                  <dgm:constr type="l" for="ch" forName="chevron7" refType="w" fact="0.7894"/>
                  <dgm:constr type="t" for="ch" forName="chevron7" refType="h" fact="0"/>
                  <dgm:constr type="w" for="ch" forName="chevron7" refType="w" fact="0.2106"/>
                  <dgm:constr type="h" for="ch" forName="chevron7" refType="h"/>
                  <dgm:constr type="l" for="ch" forName="childtext" refType="w" fact="0.0301"/>
                  <dgm:constr type="t" for="ch" forName="childtext" refType="h" fact="0.1"/>
                  <dgm:constr type="w" for="ch" forName="childtext" refType="w" fact="0.9117"/>
                  <dgm:constr type="h" for="ch" forName="childtext" refType="h" fact="0.8"/>
                </dgm:constrLst>
              </dgm:if>
              <dgm:else name="Name11">
                <dgm:constrLst>
                  <dgm:constr type="l" for="ch" forName="chevron1" refType="w" fact="0.0301"/>
                  <dgm:constr type="t" for="ch" forName="chevron1" refType="h" fact="0"/>
                  <dgm:constr type="w" for="ch" forName="chevron1" refType="w" fact="0.2106"/>
                  <dgm:constr type="h" for="ch" forName="chevron1" refType="h"/>
                  <dgm:constr type="l" for="ch" forName="chevron2" refType="w" fact="0.1566"/>
                  <dgm:constr type="t" for="ch" forName="chevron2" refType="h" fact="0"/>
                  <dgm:constr type="w" for="ch" forName="chevron2" refType="w" fact="0.2106"/>
                  <dgm:constr type="h" for="ch" forName="chevron2" refType="h"/>
                  <dgm:constr type="l" for="ch" forName="chevron3" refType="w" fact="0.2832"/>
                  <dgm:constr type="t" for="ch" forName="chevron3" refType="h" fact="0"/>
                  <dgm:constr type="w" for="ch" forName="chevron3" refType="w" fact="0.2106"/>
                  <dgm:constr type="h" for="ch" forName="chevron3" refType="h"/>
                  <dgm:constr type="l" for="ch" forName="chevron4" refType="w" fact="0.4097"/>
                  <dgm:constr type="t" for="ch" forName="chevron4" refType="h" fact="0"/>
                  <dgm:constr type="w" for="ch" forName="chevron4" refType="w" fact="0.2106"/>
                  <dgm:constr type="h" for="ch" forName="chevron4" refType="h"/>
                  <dgm:constr type="l" for="ch" forName="chevron5" refType="w" fact="0.5363"/>
                  <dgm:constr type="t" for="ch" forName="chevron5" refType="h" fact="0"/>
                  <dgm:constr type="w" for="ch" forName="chevron5" refType="w" fact="0.2106"/>
                  <dgm:constr type="h" for="ch" forName="chevron5" refType="h"/>
                  <dgm:constr type="l" for="ch" forName="chevron6" refType="w" fact="0.6628"/>
                  <dgm:constr type="t" for="ch" forName="chevron6" refType="h" fact="0"/>
                  <dgm:constr type="w" for="ch" forName="chevron6" refType="w" fact="0.2106"/>
                  <dgm:constr type="h" for="ch" forName="chevron6" refType="h"/>
                  <dgm:constr type="l" for="ch" forName="chevron7" refType="w" fact="0.7894"/>
                  <dgm:constr type="t" for="ch" forName="chevron7" refType="h" fact="0"/>
                  <dgm:constr type="w" for="ch" forName="chevron7" refType="w" fact="0.2106"/>
                  <dgm:constr type="h" for="ch" forName="chevron7" refType="h"/>
                  <dgm:constr type="l" for="ch" forName="childtext" refType="w" fact="0.0883"/>
                  <dgm:constr type="t" for="ch" forName="childtext" refType="h" fact="0.1"/>
                  <dgm:constr type="w" for="ch" forName="childtext" refType="w" fact="0.9117"/>
                  <dgm:constr type="h" for="ch" forName="childtext" refType="h" fact="0.8"/>
                </dgm:constrLst>
              </dgm:else>
            </dgm:choose>
            <dgm:ruleLst/>
            <dgm:layoutNode name="chevron1" styleLbl="alignNode1">
              <dgm:alg type="sp"/>
              <dgm:choose name="Name12">
                <dgm:if name="Name13" func="var" arg="dir" op="equ" val="norm">
                  <dgm:shape xmlns:r="http://schemas.openxmlformats.org/officeDocument/2006/relationships" type="chevron" r:blip="">
                    <dgm:adjLst>
                      <dgm:adj idx="1" val="0.7061"/>
                    </dgm:adjLst>
                  </dgm:shape>
                </dgm:if>
                <dgm:else name="Name14">
                  <dgm:shape xmlns:r="http://schemas.openxmlformats.org/officeDocument/2006/relationships" rot="180" type="chevron" r:blip="">
                    <dgm:adjLst>
                      <dgm:adj idx="1" val="0.7061"/>
                    </dgm:adjLst>
                  </dgm:shape>
                </dgm:else>
              </dgm:choose>
              <dgm:presOf/>
            </dgm:layoutNode>
            <dgm:layoutNode name="chevron2" styleLbl="alignNode1">
              <dgm:alg type="sp"/>
              <dgm:choose name="Name15">
                <dgm:if name="Name16" func="var" arg="dir" op="equ" val="norm">
                  <dgm:shape xmlns:r="http://schemas.openxmlformats.org/officeDocument/2006/relationships" type="chevron" r:blip="">
                    <dgm:adjLst>
                      <dgm:adj idx="1" val="0.7061"/>
                    </dgm:adjLst>
                  </dgm:shape>
                </dgm:if>
                <dgm:else name="Name17">
                  <dgm:shape xmlns:r="http://schemas.openxmlformats.org/officeDocument/2006/relationships" rot="180" type="chevron" r:blip="">
                    <dgm:adjLst>
                      <dgm:adj idx="1" val="0.7061"/>
                    </dgm:adjLst>
                  </dgm:shape>
                </dgm:else>
              </dgm:choose>
              <dgm:presOf/>
            </dgm:layoutNode>
            <dgm:layoutNode name="chevron3" styleLbl="alignNode1">
              <dgm:alg type="sp"/>
              <dgm:choose name="Name18">
                <dgm:if name="Name19" func="var" arg="dir" op="equ" val="norm">
                  <dgm:shape xmlns:r="http://schemas.openxmlformats.org/officeDocument/2006/relationships" type="chevron" r:blip="">
                    <dgm:adjLst>
                      <dgm:adj idx="1" val="0.7061"/>
                    </dgm:adjLst>
                  </dgm:shape>
                </dgm:if>
                <dgm:else name="Name20">
                  <dgm:shape xmlns:r="http://schemas.openxmlformats.org/officeDocument/2006/relationships" rot="180" type="chevron" r:blip="">
                    <dgm:adjLst>
                      <dgm:adj idx="1" val="0.7061"/>
                    </dgm:adjLst>
                  </dgm:shape>
                </dgm:else>
              </dgm:choose>
              <dgm:presOf/>
            </dgm:layoutNode>
            <dgm:layoutNode name="chevron4" styleLbl="alignNode1">
              <dgm:alg type="sp"/>
              <dgm:choose name="Name21">
                <dgm:if name="Name22" func="var" arg="dir" op="equ" val="norm">
                  <dgm:shape xmlns:r="http://schemas.openxmlformats.org/officeDocument/2006/relationships" type="chevron" r:blip="">
                    <dgm:adjLst>
                      <dgm:adj idx="1" val="0.7061"/>
                    </dgm:adjLst>
                  </dgm:shape>
                </dgm:if>
                <dgm:else name="Name23">
                  <dgm:shape xmlns:r="http://schemas.openxmlformats.org/officeDocument/2006/relationships" rot="180" type="chevron" r:blip="">
                    <dgm:adjLst>
                      <dgm:adj idx="1" val="0.7061"/>
                    </dgm:adjLst>
                  </dgm:shape>
                </dgm:else>
              </dgm:choose>
              <dgm:presOf/>
            </dgm:layoutNode>
            <dgm:layoutNode name="chevron5" styleLbl="alignNode1">
              <dgm:alg type="sp"/>
              <dgm:choose name="Name24">
                <dgm:if name="Name25" func="var" arg="dir" op="equ" val="norm">
                  <dgm:shape xmlns:r="http://schemas.openxmlformats.org/officeDocument/2006/relationships" type="chevron" r:blip="">
                    <dgm:adjLst>
                      <dgm:adj idx="1" val="0.7061"/>
                    </dgm:adjLst>
                  </dgm:shape>
                </dgm:if>
                <dgm:else name="Name26">
                  <dgm:shape xmlns:r="http://schemas.openxmlformats.org/officeDocument/2006/relationships" rot="180" type="chevron" r:blip="">
                    <dgm:adjLst>
                      <dgm:adj idx="1" val="0.7061"/>
                    </dgm:adjLst>
                  </dgm:shape>
                </dgm:else>
              </dgm:choose>
              <dgm:presOf/>
            </dgm:layoutNode>
            <dgm:layoutNode name="chevron6" styleLbl="alignNode1">
              <dgm:alg type="sp"/>
              <dgm:choose name="Name27">
                <dgm:if name="Name28" func="var" arg="dir" op="equ" val="norm">
                  <dgm:shape xmlns:r="http://schemas.openxmlformats.org/officeDocument/2006/relationships" type="chevron" r:blip="">
                    <dgm:adjLst>
                      <dgm:adj idx="1" val="0.7061"/>
                    </dgm:adjLst>
                  </dgm:shape>
                </dgm:if>
                <dgm:else name="Name29">
                  <dgm:shape xmlns:r="http://schemas.openxmlformats.org/officeDocument/2006/relationships" rot="180" type="chevron" r:blip="">
                    <dgm:adjLst>
                      <dgm:adj idx="1" val="0.7061"/>
                    </dgm:adjLst>
                  </dgm:shape>
                </dgm:else>
              </dgm:choose>
              <dgm:presOf/>
            </dgm:layoutNode>
            <dgm:layoutNode name="chevron7" styleLbl="alignNode1">
              <dgm:alg type="sp"/>
              <dgm:choose name="Name30">
                <dgm:if name="Name31" func="var" arg="dir" op="equ" val="norm">
                  <dgm:shape xmlns:r="http://schemas.openxmlformats.org/officeDocument/2006/relationships" type="chevron" r:blip="">
                    <dgm:adjLst>
                      <dgm:adj idx="1" val="0.7061"/>
                    </dgm:adjLst>
                  </dgm:shape>
                </dgm:if>
                <dgm:else name="Name32">
                  <dgm:shape xmlns:r="http://schemas.openxmlformats.org/officeDocument/2006/relationships" rot="180" type="chevron" r:blip="">
                    <dgm:adjLst>
                      <dgm:adj idx="1" val="0.7061"/>
                    </dgm:adjLst>
                  </dgm:shape>
                </dgm:else>
              </dgm:choose>
              <dgm:presOf/>
            </dgm:layoutNode>
            <dgm:layoutNode name="childtext" styleLbl="solidFgAcc1">
              <dgm:varLst>
                <dgm:chMax/>
                <dgm:chPref val="0"/>
                <dgm:bulletEnabled val="1"/>
              </dgm:varLst>
              <dgm:choose name="Name33">
                <dgm:if name="Name34" func="var" arg="dir" op="equ" val="norm">
                  <dgm:alg type="tx">
                    <dgm:param type="parTxLTRAlign" val="l"/>
                    <dgm:param type="txAnchorVertCh" val="t"/>
                  </dgm:alg>
                </dgm:if>
                <dgm:else name="Name35">
                  <dgm:alg type="tx">
                    <dgm:param type="parTxLTRAlign" val="r"/>
                    <dgm:param type="shpTxLTRAlignCh" val="r"/>
                    <dgm:param type="txAnchorVertCh" val="t"/>
                  </dgm:alg>
                </dgm:else>
              </dgm:choose>
              <dgm:shape xmlns:r="http://schemas.openxmlformats.org/officeDocument/2006/relationships" type="rect" r:blip="">
                <dgm:adjLst/>
              </dgm:shape>
              <dgm:presOf axis="des" ptType="node"/>
              <dgm:constrLst>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dgm:if>
        <dgm:else name="Name36">
          <dgm:layoutNode name="parallelogramComposite">
            <dgm:alg type="composite">
              <dgm:param type="ar" val="50"/>
            </dgm:alg>
            <dgm:shape xmlns:r="http://schemas.openxmlformats.org/officeDocument/2006/relationships" r:blip="">
              <dgm:adjLst/>
            </dgm:shape>
            <dgm:constrLst>
              <dgm:constr type="l" for="ch" forName="parallelogram1" refType="w" fact="0"/>
              <dgm:constr type="t" for="ch" forName="parallelogram1" refType="h" fact="0"/>
              <dgm:constr type="w" for="ch" forName="parallelogram1" refType="w" fact="0.12"/>
              <dgm:constr type="h" for="ch" forName="parallelogram1" refType="h"/>
              <dgm:constr type="l" for="ch" forName="parallelogram2" refType="w" fact="0.127"/>
              <dgm:constr type="t" for="ch" forName="parallelogram2" refType="h" fact="0"/>
              <dgm:constr type="w" for="ch" forName="parallelogram2" refType="w" fact="0.12"/>
              <dgm:constr type="h" for="ch" forName="parallelogram2" refType="h"/>
              <dgm:constr type="l" for="ch" forName="parallelogram3" refType="w" fact="0.254"/>
              <dgm:constr type="t" for="ch" forName="parallelogram3" refType="h" fact="0"/>
              <dgm:constr type="w" for="ch" forName="parallelogram3" refType="w" fact="0.12"/>
              <dgm:constr type="h" for="ch" forName="parallelogram3" refType="h"/>
              <dgm:constr type="l" for="ch" forName="parallelogram4" refType="w" fact="0.381"/>
              <dgm:constr type="t" for="ch" forName="parallelogram4" refType="h" fact="0"/>
              <dgm:constr type="w" for="ch" forName="parallelogram4" refType="w" fact="0.12"/>
              <dgm:constr type="h" for="ch" forName="parallelogram4" refType="h"/>
              <dgm:constr type="l" for="ch" forName="parallelogram5" refType="w" fact="0.508"/>
              <dgm:constr type="t" for="ch" forName="parallelogram5" refType="h" fact="0"/>
              <dgm:constr type="w" for="ch" forName="parallelogram5" refType="w" fact="0.12"/>
              <dgm:constr type="h" for="ch" forName="parallelogram5" refType="h"/>
              <dgm:constr type="l" for="ch" forName="parallelogram6" refType="w" fact="0.635"/>
              <dgm:constr type="t" for="ch" forName="parallelogram6" refType="h" fact="0"/>
              <dgm:constr type="w" for="ch" forName="parallelogram6" refType="w" fact="0.12"/>
              <dgm:constr type="h" for="ch" forName="parallelogram6" refType="h"/>
              <dgm:constr type="l" for="ch" forName="parallelogram7" refType="w" fact="0.762"/>
              <dgm:constr type="t" for="ch" forName="parallelogram7" refType="h" fact="0"/>
              <dgm:constr type="w" for="ch" forName="parallelogram7" refType="w" fact="0.12"/>
              <dgm:constr type="h" for="ch" forName="parallelogram7" refType="h"/>
            </dgm:constrLst>
            <dgm:ruleLst/>
            <dgm:layoutNode name="parallelogram1" styleLbl="alignNode1">
              <dgm:alg type="sp"/>
              <dgm:shape xmlns:r="http://schemas.openxmlformats.org/officeDocument/2006/relationships" type="parallelogram" r:blip="">
                <dgm:adjLst>
                  <dgm:adj idx="1" val="1.4084"/>
                </dgm:adjLst>
              </dgm:shape>
              <dgm:presOf/>
            </dgm:layoutNode>
            <dgm:layoutNode name="parallelogram2" styleLbl="alignNode1">
              <dgm:alg type="sp"/>
              <dgm:shape xmlns:r="http://schemas.openxmlformats.org/officeDocument/2006/relationships" type="parallelogram" r:blip="">
                <dgm:adjLst>
                  <dgm:adj idx="1" val="1.4084"/>
                </dgm:adjLst>
              </dgm:shape>
              <dgm:presOf/>
            </dgm:layoutNode>
            <dgm:layoutNode name="parallelogram3" styleLbl="alignNode1">
              <dgm:alg type="sp"/>
              <dgm:shape xmlns:r="http://schemas.openxmlformats.org/officeDocument/2006/relationships" type="parallelogram" r:blip="">
                <dgm:adjLst>
                  <dgm:adj idx="1" val="1.4084"/>
                </dgm:adjLst>
              </dgm:shape>
              <dgm:presOf/>
            </dgm:layoutNode>
            <dgm:layoutNode name="parallelogram4" styleLbl="alignNode1">
              <dgm:alg type="sp"/>
              <dgm:shape xmlns:r="http://schemas.openxmlformats.org/officeDocument/2006/relationships" type="parallelogram" r:blip="">
                <dgm:adjLst>
                  <dgm:adj idx="1" val="1.4084"/>
                </dgm:adjLst>
              </dgm:shape>
              <dgm:presOf/>
            </dgm:layoutNode>
            <dgm:layoutNode name="parallelogram5" styleLbl="alignNode1">
              <dgm:alg type="sp"/>
              <dgm:shape xmlns:r="http://schemas.openxmlformats.org/officeDocument/2006/relationships" type="parallelogram" r:blip="">
                <dgm:adjLst>
                  <dgm:adj idx="1" val="1.4084"/>
                </dgm:adjLst>
              </dgm:shape>
              <dgm:presOf/>
            </dgm:layoutNode>
            <dgm:layoutNode name="parallelogram6" styleLbl="alignNode1">
              <dgm:alg type="sp"/>
              <dgm:shape xmlns:r="http://schemas.openxmlformats.org/officeDocument/2006/relationships" type="parallelogram" r:blip="">
                <dgm:adjLst>
                  <dgm:adj idx="1" val="1.4084"/>
                </dgm:adjLst>
              </dgm:shape>
              <dgm:presOf/>
            </dgm:layoutNode>
            <dgm:layoutNode name="parallelogram7" styleLbl="alignNode1">
              <dgm:alg type="sp"/>
              <dgm:shape xmlns:r="http://schemas.openxmlformats.org/officeDocument/2006/relationships" type="parallelogram" r:blip="">
                <dgm:adjLst>
                  <dgm:adj idx="1" val="1.4084"/>
                </dgm:adjLst>
              </dgm:shape>
              <dgm:presOf/>
            </dgm:layoutNode>
          </dgm:layoutNode>
        </dgm:else>
      </dgm:choos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169920" cy="480060"/>
          </a:xfrm>
          <a:prstGeom prst="rect">
            <a:avLst/>
          </a:prstGeom>
          <a:noFill/>
          <a:ln>
            <a:noFill/>
          </a:ln>
        </p:spPr>
        <p:txBody>
          <a:bodyPr spcFirstLastPara="1" wrap="square" lIns="96650" tIns="48325" rIns="96650" bIns="48325" anchor="t" anchorCtr="0">
            <a:noAutofit/>
          </a:bodyPr>
          <a:lstStyle>
            <a:lvl1pPr marR="0" lvl="0" algn="l" rtl="0">
              <a:spcBef>
                <a:spcPts val="0"/>
              </a:spcBef>
              <a:spcAft>
                <a:spcPts val="0"/>
              </a:spcAft>
              <a:buSzPts val="1400"/>
              <a:buNone/>
              <a:defRPr sz="13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4143587" y="0"/>
            <a:ext cx="3169920" cy="480060"/>
          </a:xfrm>
          <a:prstGeom prst="rect">
            <a:avLst/>
          </a:prstGeom>
          <a:noFill/>
          <a:ln>
            <a:noFill/>
          </a:ln>
        </p:spPr>
        <p:txBody>
          <a:bodyPr spcFirstLastPara="1" wrap="square" lIns="96650" tIns="48325" rIns="96650" bIns="48325" anchor="t" anchorCtr="0">
            <a:noAutofit/>
          </a:bodyPr>
          <a:lstStyle>
            <a:lvl1pPr marR="0" lvl="0" algn="r" rtl="0">
              <a:spcBef>
                <a:spcPts val="0"/>
              </a:spcBef>
              <a:spcAft>
                <a:spcPts val="0"/>
              </a:spcAft>
              <a:buSzPts val="1400"/>
              <a:buNone/>
              <a:defRPr sz="13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731520" y="4560570"/>
            <a:ext cx="5852160" cy="4320540"/>
          </a:xfrm>
          <a:prstGeom prst="rect">
            <a:avLst/>
          </a:prstGeom>
          <a:noFill/>
          <a:ln>
            <a:noFill/>
          </a:ln>
        </p:spPr>
        <p:txBody>
          <a:bodyPr spcFirstLastPara="1" wrap="square" lIns="96650" tIns="48325" rIns="96650" bIns="48325"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9119474"/>
            <a:ext cx="3169920" cy="480060"/>
          </a:xfrm>
          <a:prstGeom prst="rect">
            <a:avLst/>
          </a:prstGeom>
          <a:noFill/>
          <a:ln>
            <a:noFill/>
          </a:ln>
        </p:spPr>
        <p:txBody>
          <a:bodyPr spcFirstLastPara="1" wrap="square" lIns="96650" tIns="48325" rIns="96650" bIns="48325" anchor="b" anchorCtr="0">
            <a:noAutofit/>
          </a:bodyPr>
          <a:lstStyle>
            <a:lvl1pPr marR="0" lvl="0" algn="l" rtl="0">
              <a:spcBef>
                <a:spcPts val="0"/>
              </a:spcBef>
              <a:spcAft>
                <a:spcPts val="0"/>
              </a:spcAft>
              <a:buSzPts val="1400"/>
              <a:buNone/>
              <a:defRPr sz="13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4143587" y="9119474"/>
            <a:ext cx="3169920" cy="480060"/>
          </a:xfrm>
          <a:prstGeom prst="rect">
            <a:avLst/>
          </a:prstGeom>
          <a:noFill/>
          <a:ln>
            <a:noFill/>
          </a:ln>
        </p:spPr>
        <p:txBody>
          <a:bodyPr spcFirstLastPara="1" wrap="square" lIns="96650" tIns="48325" rIns="96650" bIns="48325" anchor="b" anchorCtr="0">
            <a:noAutofit/>
          </a:bodyPr>
          <a:lstStyle/>
          <a:p>
            <a:pPr marL="0" marR="0" lvl="0" indent="0" algn="r" rtl="0">
              <a:spcBef>
                <a:spcPts val="0"/>
              </a:spcBef>
              <a:spcAft>
                <a:spcPts val="0"/>
              </a:spcAft>
              <a:buNone/>
            </a:pPr>
            <a:fld id="{00000000-1234-1234-1234-123412341234}" type="slidenum">
              <a:rPr lang="en-US" sz="1300" b="0" i="0" u="none" strike="noStrike" cap="none">
                <a:solidFill>
                  <a:schemeClr val="dk1"/>
                </a:solidFill>
                <a:latin typeface="Calibri"/>
                <a:ea typeface="Calibri"/>
                <a:cs typeface="Calibri"/>
                <a:sym typeface="Calibri"/>
              </a:rPr>
              <a:t>‹#›</a:t>
            </a:fld>
            <a:endParaRPr sz="13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897933008"/>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1:notes"/>
          <p:cNvSpPr txBox="1">
            <a:spLocks noGrp="1"/>
          </p:cNvSpPr>
          <p:nvPr>
            <p:ph type="body" idx="1"/>
          </p:nvPr>
        </p:nvSpPr>
        <p:spPr>
          <a:xfrm>
            <a:off x="731520" y="4560570"/>
            <a:ext cx="5852160" cy="432054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97" name="Google Shape;97;p1: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34950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a6f4160a7f_0_0: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a6f4160a7f_0_0:notes"/>
          <p:cNvSpPr txBox="1">
            <a:spLocks noGrp="1"/>
          </p:cNvSpPr>
          <p:nvPr>
            <p:ph type="body" idx="1"/>
          </p:nvPr>
        </p:nvSpPr>
        <p:spPr>
          <a:xfrm>
            <a:off x="731520" y="4560570"/>
            <a:ext cx="5852100" cy="432060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12" name="Google Shape;112;ga6f4160a7f_0_0:notes"/>
          <p:cNvSpPr txBox="1">
            <a:spLocks noGrp="1"/>
          </p:cNvSpPr>
          <p:nvPr>
            <p:ph type="sldNum" idx="12"/>
          </p:nvPr>
        </p:nvSpPr>
        <p:spPr>
          <a:xfrm>
            <a:off x="4143587" y="9119474"/>
            <a:ext cx="3169800" cy="480000"/>
          </a:xfrm>
          <a:prstGeom prst="rect">
            <a:avLst/>
          </a:prstGeom>
        </p:spPr>
        <p:txBody>
          <a:bodyPr spcFirstLastPara="1" wrap="square" lIns="96650" tIns="48325" rIns="96650" bIns="4832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extLst>
      <p:ext uri="{BB962C8B-B14F-4D97-AF65-F5344CB8AC3E}">
        <p14:creationId xmlns:p14="http://schemas.microsoft.com/office/powerpoint/2010/main" val="29343497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a6f4160a7f_0_0: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a6f4160a7f_0_0:notes"/>
          <p:cNvSpPr txBox="1">
            <a:spLocks noGrp="1"/>
          </p:cNvSpPr>
          <p:nvPr>
            <p:ph type="body" idx="1"/>
          </p:nvPr>
        </p:nvSpPr>
        <p:spPr>
          <a:xfrm>
            <a:off x="731520" y="4560570"/>
            <a:ext cx="5852100" cy="432060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12" name="Google Shape;112;ga6f4160a7f_0_0:notes"/>
          <p:cNvSpPr txBox="1">
            <a:spLocks noGrp="1"/>
          </p:cNvSpPr>
          <p:nvPr>
            <p:ph type="sldNum" idx="12"/>
          </p:nvPr>
        </p:nvSpPr>
        <p:spPr>
          <a:xfrm>
            <a:off x="4143587" y="9119474"/>
            <a:ext cx="3169800" cy="480000"/>
          </a:xfrm>
          <a:prstGeom prst="rect">
            <a:avLst/>
          </a:prstGeom>
        </p:spPr>
        <p:txBody>
          <a:bodyPr spcFirstLastPara="1" wrap="square" lIns="96650" tIns="48325" rIns="96650" bIns="4832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5468686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a6f4160a7f_0_0: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a6f4160a7f_0_0:notes"/>
          <p:cNvSpPr txBox="1">
            <a:spLocks noGrp="1"/>
          </p:cNvSpPr>
          <p:nvPr>
            <p:ph type="body" idx="1"/>
          </p:nvPr>
        </p:nvSpPr>
        <p:spPr>
          <a:xfrm>
            <a:off x="731520" y="4560570"/>
            <a:ext cx="5852100" cy="432060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12" name="Google Shape;112;ga6f4160a7f_0_0:notes"/>
          <p:cNvSpPr txBox="1">
            <a:spLocks noGrp="1"/>
          </p:cNvSpPr>
          <p:nvPr>
            <p:ph type="sldNum" idx="12"/>
          </p:nvPr>
        </p:nvSpPr>
        <p:spPr>
          <a:xfrm>
            <a:off x="4143587" y="9119474"/>
            <a:ext cx="3169800" cy="480000"/>
          </a:xfrm>
          <a:prstGeom prst="rect">
            <a:avLst/>
          </a:prstGeom>
        </p:spPr>
        <p:txBody>
          <a:bodyPr spcFirstLastPara="1" wrap="square" lIns="96650" tIns="48325" rIns="96650" bIns="4832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972071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a6f4160a7f_0_0: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a6f4160a7f_0_0:notes"/>
          <p:cNvSpPr txBox="1">
            <a:spLocks noGrp="1"/>
          </p:cNvSpPr>
          <p:nvPr>
            <p:ph type="body" idx="1"/>
          </p:nvPr>
        </p:nvSpPr>
        <p:spPr>
          <a:xfrm>
            <a:off x="731520" y="4560570"/>
            <a:ext cx="5852100" cy="432060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12" name="Google Shape;112;ga6f4160a7f_0_0:notes"/>
          <p:cNvSpPr txBox="1">
            <a:spLocks noGrp="1"/>
          </p:cNvSpPr>
          <p:nvPr>
            <p:ph type="sldNum" idx="12"/>
          </p:nvPr>
        </p:nvSpPr>
        <p:spPr>
          <a:xfrm>
            <a:off x="4143587" y="9119474"/>
            <a:ext cx="3169800" cy="480000"/>
          </a:xfrm>
          <a:prstGeom prst="rect">
            <a:avLst/>
          </a:prstGeom>
        </p:spPr>
        <p:txBody>
          <a:bodyPr spcFirstLastPara="1" wrap="square" lIns="96650" tIns="48325" rIns="96650" bIns="4832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5</a:t>
            </a:fld>
            <a:endParaRPr/>
          </a:p>
        </p:txBody>
      </p:sp>
    </p:spTree>
    <p:extLst>
      <p:ext uri="{BB962C8B-B14F-4D97-AF65-F5344CB8AC3E}">
        <p14:creationId xmlns:p14="http://schemas.microsoft.com/office/powerpoint/2010/main" val="24551032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a6f4160a7f_0_0: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a6f4160a7f_0_0:notes"/>
          <p:cNvSpPr txBox="1">
            <a:spLocks noGrp="1"/>
          </p:cNvSpPr>
          <p:nvPr>
            <p:ph type="body" idx="1"/>
          </p:nvPr>
        </p:nvSpPr>
        <p:spPr>
          <a:xfrm>
            <a:off x="731520" y="4560570"/>
            <a:ext cx="5852100" cy="432060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12" name="Google Shape;112;ga6f4160a7f_0_0:notes"/>
          <p:cNvSpPr txBox="1">
            <a:spLocks noGrp="1"/>
          </p:cNvSpPr>
          <p:nvPr>
            <p:ph type="sldNum" idx="12"/>
          </p:nvPr>
        </p:nvSpPr>
        <p:spPr>
          <a:xfrm>
            <a:off x="4143587" y="9119474"/>
            <a:ext cx="3169800" cy="480000"/>
          </a:xfrm>
          <a:prstGeom prst="rect">
            <a:avLst/>
          </a:prstGeom>
        </p:spPr>
        <p:txBody>
          <a:bodyPr spcFirstLastPara="1" wrap="square" lIns="96650" tIns="48325" rIns="96650" bIns="4832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788812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a6f4160a7f_0_0: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a6f4160a7f_0_0:notes"/>
          <p:cNvSpPr txBox="1">
            <a:spLocks noGrp="1"/>
          </p:cNvSpPr>
          <p:nvPr>
            <p:ph type="body" idx="1"/>
          </p:nvPr>
        </p:nvSpPr>
        <p:spPr>
          <a:xfrm>
            <a:off x="731520" y="4560570"/>
            <a:ext cx="5852100" cy="432060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12" name="Google Shape;112;ga6f4160a7f_0_0:notes"/>
          <p:cNvSpPr txBox="1">
            <a:spLocks noGrp="1"/>
          </p:cNvSpPr>
          <p:nvPr>
            <p:ph type="sldNum" idx="12"/>
          </p:nvPr>
        </p:nvSpPr>
        <p:spPr>
          <a:xfrm>
            <a:off x="4143587" y="9119474"/>
            <a:ext cx="3169800" cy="480000"/>
          </a:xfrm>
          <a:prstGeom prst="rect">
            <a:avLst/>
          </a:prstGeom>
        </p:spPr>
        <p:txBody>
          <a:bodyPr spcFirstLastPara="1" wrap="square" lIns="96650" tIns="48325" rIns="96650" bIns="4832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36439296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a6f4160a7f_0_0: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a6f4160a7f_0_0:notes"/>
          <p:cNvSpPr txBox="1">
            <a:spLocks noGrp="1"/>
          </p:cNvSpPr>
          <p:nvPr>
            <p:ph type="body" idx="1"/>
          </p:nvPr>
        </p:nvSpPr>
        <p:spPr>
          <a:xfrm>
            <a:off x="731520" y="4560570"/>
            <a:ext cx="5852100" cy="432060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12" name="Google Shape;112;ga6f4160a7f_0_0:notes"/>
          <p:cNvSpPr txBox="1">
            <a:spLocks noGrp="1"/>
          </p:cNvSpPr>
          <p:nvPr>
            <p:ph type="sldNum" idx="12"/>
          </p:nvPr>
        </p:nvSpPr>
        <p:spPr>
          <a:xfrm>
            <a:off x="4143587" y="9119474"/>
            <a:ext cx="3169800" cy="480000"/>
          </a:xfrm>
          <a:prstGeom prst="rect">
            <a:avLst/>
          </a:prstGeom>
        </p:spPr>
        <p:txBody>
          <a:bodyPr spcFirstLastPara="1" wrap="square" lIns="96650" tIns="48325" rIns="96650" bIns="4832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9775814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a6f4160a7f_0_0: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a6f4160a7f_0_0:notes"/>
          <p:cNvSpPr txBox="1">
            <a:spLocks noGrp="1"/>
          </p:cNvSpPr>
          <p:nvPr>
            <p:ph type="body" idx="1"/>
          </p:nvPr>
        </p:nvSpPr>
        <p:spPr>
          <a:xfrm>
            <a:off x="731520" y="4560570"/>
            <a:ext cx="5852100" cy="432060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12" name="Google Shape;112;ga6f4160a7f_0_0:notes"/>
          <p:cNvSpPr txBox="1">
            <a:spLocks noGrp="1"/>
          </p:cNvSpPr>
          <p:nvPr>
            <p:ph type="sldNum" idx="12"/>
          </p:nvPr>
        </p:nvSpPr>
        <p:spPr>
          <a:xfrm>
            <a:off x="4143587" y="9119474"/>
            <a:ext cx="3169800" cy="480000"/>
          </a:xfrm>
          <a:prstGeom prst="rect">
            <a:avLst/>
          </a:prstGeom>
        </p:spPr>
        <p:txBody>
          <a:bodyPr spcFirstLastPara="1" wrap="square" lIns="96650" tIns="48325" rIns="96650" bIns="4832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23798987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a6f4160a7f_0_0: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a6f4160a7f_0_0:notes"/>
          <p:cNvSpPr txBox="1">
            <a:spLocks noGrp="1"/>
          </p:cNvSpPr>
          <p:nvPr>
            <p:ph type="body" idx="1"/>
          </p:nvPr>
        </p:nvSpPr>
        <p:spPr>
          <a:xfrm>
            <a:off x="731520" y="4560570"/>
            <a:ext cx="5852100" cy="432060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12" name="Google Shape;112;ga6f4160a7f_0_0:notes"/>
          <p:cNvSpPr txBox="1">
            <a:spLocks noGrp="1"/>
          </p:cNvSpPr>
          <p:nvPr>
            <p:ph type="sldNum" idx="12"/>
          </p:nvPr>
        </p:nvSpPr>
        <p:spPr>
          <a:xfrm>
            <a:off x="4143587" y="9119474"/>
            <a:ext cx="3169800" cy="480000"/>
          </a:xfrm>
          <a:prstGeom prst="rect">
            <a:avLst/>
          </a:prstGeom>
        </p:spPr>
        <p:txBody>
          <a:bodyPr spcFirstLastPara="1" wrap="square" lIns="96650" tIns="48325" rIns="96650" bIns="4832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16195884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a6f4160a7f_0_0: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a6f4160a7f_0_0:notes"/>
          <p:cNvSpPr txBox="1">
            <a:spLocks noGrp="1"/>
          </p:cNvSpPr>
          <p:nvPr>
            <p:ph type="body" idx="1"/>
          </p:nvPr>
        </p:nvSpPr>
        <p:spPr>
          <a:xfrm>
            <a:off x="731520" y="4560570"/>
            <a:ext cx="5852100" cy="432060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12" name="Google Shape;112;ga6f4160a7f_0_0:notes"/>
          <p:cNvSpPr txBox="1">
            <a:spLocks noGrp="1"/>
          </p:cNvSpPr>
          <p:nvPr>
            <p:ph type="sldNum" idx="12"/>
          </p:nvPr>
        </p:nvSpPr>
        <p:spPr>
          <a:xfrm>
            <a:off x="4143587" y="9119474"/>
            <a:ext cx="3169800" cy="480000"/>
          </a:xfrm>
          <a:prstGeom prst="rect">
            <a:avLst/>
          </a:prstGeom>
        </p:spPr>
        <p:txBody>
          <a:bodyPr spcFirstLastPara="1" wrap="square" lIns="96650" tIns="48325" rIns="96650" bIns="4832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6246657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a6f4160a7f_0_0: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a6f4160a7f_0_0:notes"/>
          <p:cNvSpPr txBox="1">
            <a:spLocks noGrp="1"/>
          </p:cNvSpPr>
          <p:nvPr>
            <p:ph type="body" idx="1"/>
          </p:nvPr>
        </p:nvSpPr>
        <p:spPr>
          <a:xfrm>
            <a:off x="731520" y="4560570"/>
            <a:ext cx="5852100" cy="432060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12" name="Google Shape;112;ga6f4160a7f_0_0:notes"/>
          <p:cNvSpPr txBox="1">
            <a:spLocks noGrp="1"/>
          </p:cNvSpPr>
          <p:nvPr>
            <p:ph type="sldNum" idx="12"/>
          </p:nvPr>
        </p:nvSpPr>
        <p:spPr>
          <a:xfrm>
            <a:off x="4143587" y="9119474"/>
            <a:ext cx="3169800" cy="480000"/>
          </a:xfrm>
          <a:prstGeom prst="rect">
            <a:avLst/>
          </a:prstGeom>
        </p:spPr>
        <p:txBody>
          <a:bodyPr spcFirstLastPara="1" wrap="square" lIns="96650" tIns="48325" rIns="96650" bIns="4832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32487281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a6f4160a7f_0_0: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a6f4160a7f_0_0:notes"/>
          <p:cNvSpPr txBox="1">
            <a:spLocks noGrp="1"/>
          </p:cNvSpPr>
          <p:nvPr>
            <p:ph type="body" idx="1"/>
          </p:nvPr>
        </p:nvSpPr>
        <p:spPr>
          <a:xfrm>
            <a:off x="731520" y="4560570"/>
            <a:ext cx="5852100" cy="432060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12" name="Google Shape;112;ga6f4160a7f_0_0:notes"/>
          <p:cNvSpPr txBox="1">
            <a:spLocks noGrp="1"/>
          </p:cNvSpPr>
          <p:nvPr>
            <p:ph type="sldNum" idx="12"/>
          </p:nvPr>
        </p:nvSpPr>
        <p:spPr>
          <a:xfrm>
            <a:off x="4143587" y="9119474"/>
            <a:ext cx="3169800" cy="480000"/>
          </a:xfrm>
          <a:prstGeom prst="rect">
            <a:avLst/>
          </a:prstGeom>
        </p:spPr>
        <p:txBody>
          <a:bodyPr spcFirstLastPara="1" wrap="square" lIns="96650" tIns="48325" rIns="96650" bIns="4832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335157639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a6f4160a7f_0_0: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a6f4160a7f_0_0:notes"/>
          <p:cNvSpPr txBox="1">
            <a:spLocks noGrp="1"/>
          </p:cNvSpPr>
          <p:nvPr>
            <p:ph type="body" idx="1"/>
          </p:nvPr>
        </p:nvSpPr>
        <p:spPr>
          <a:xfrm>
            <a:off x="731520" y="4560570"/>
            <a:ext cx="5852100" cy="432060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12" name="Google Shape;112;ga6f4160a7f_0_0:notes"/>
          <p:cNvSpPr txBox="1">
            <a:spLocks noGrp="1"/>
          </p:cNvSpPr>
          <p:nvPr>
            <p:ph type="sldNum" idx="12"/>
          </p:nvPr>
        </p:nvSpPr>
        <p:spPr>
          <a:xfrm>
            <a:off x="4143587" y="9119474"/>
            <a:ext cx="3169800" cy="480000"/>
          </a:xfrm>
          <a:prstGeom prst="rect">
            <a:avLst/>
          </a:prstGeom>
        </p:spPr>
        <p:txBody>
          <a:bodyPr spcFirstLastPara="1" wrap="square" lIns="96650" tIns="48325" rIns="96650" bIns="4832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346890336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a6f4160a7f_0_0: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a6f4160a7f_0_0:notes"/>
          <p:cNvSpPr txBox="1">
            <a:spLocks noGrp="1"/>
          </p:cNvSpPr>
          <p:nvPr>
            <p:ph type="body" idx="1"/>
          </p:nvPr>
        </p:nvSpPr>
        <p:spPr>
          <a:xfrm>
            <a:off x="731520" y="4560570"/>
            <a:ext cx="5852100" cy="432060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12" name="Google Shape;112;ga6f4160a7f_0_0:notes"/>
          <p:cNvSpPr txBox="1">
            <a:spLocks noGrp="1"/>
          </p:cNvSpPr>
          <p:nvPr>
            <p:ph type="sldNum" idx="12"/>
          </p:nvPr>
        </p:nvSpPr>
        <p:spPr>
          <a:xfrm>
            <a:off x="4143587" y="9119474"/>
            <a:ext cx="3169800" cy="480000"/>
          </a:xfrm>
          <a:prstGeom prst="rect">
            <a:avLst/>
          </a:prstGeom>
        </p:spPr>
        <p:txBody>
          <a:bodyPr spcFirstLastPara="1" wrap="square" lIns="96650" tIns="48325" rIns="96650" bIns="4832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378045806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a6f4160a7f_0_0: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a6f4160a7f_0_0:notes"/>
          <p:cNvSpPr txBox="1">
            <a:spLocks noGrp="1"/>
          </p:cNvSpPr>
          <p:nvPr>
            <p:ph type="body" idx="1"/>
          </p:nvPr>
        </p:nvSpPr>
        <p:spPr>
          <a:xfrm>
            <a:off x="731520" y="4560570"/>
            <a:ext cx="5852100" cy="432060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12" name="Google Shape;112;ga6f4160a7f_0_0:notes"/>
          <p:cNvSpPr txBox="1">
            <a:spLocks noGrp="1"/>
          </p:cNvSpPr>
          <p:nvPr>
            <p:ph type="sldNum" idx="12"/>
          </p:nvPr>
        </p:nvSpPr>
        <p:spPr>
          <a:xfrm>
            <a:off x="4143587" y="9119474"/>
            <a:ext cx="3169800" cy="480000"/>
          </a:xfrm>
          <a:prstGeom prst="rect">
            <a:avLst/>
          </a:prstGeom>
        </p:spPr>
        <p:txBody>
          <a:bodyPr spcFirstLastPara="1" wrap="square" lIns="96650" tIns="48325" rIns="96650" bIns="4832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400079684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a6f4160a7f_0_0: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a6f4160a7f_0_0:notes"/>
          <p:cNvSpPr txBox="1">
            <a:spLocks noGrp="1"/>
          </p:cNvSpPr>
          <p:nvPr>
            <p:ph type="body" idx="1"/>
          </p:nvPr>
        </p:nvSpPr>
        <p:spPr>
          <a:xfrm>
            <a:off x="731520" y="4560570"/>
            <a:ext cx="5852100" cy="432060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12" name="Google Shape;112;ga6f4160a7f_0_0:notes"/>
          <p:cNvSpPr txBox="1">
            <a:spLocks noGrp="1"/>
          </p:cNvSpPr>
          <p:nvPr>
            <p:ph type="sldNum" idx="12"/>
          </p:nvPr>
        </p:nvSpPr>
        <p:spPr>
          <a:xfrm>
            <a:off x="4143587" y="9119474"/>
            <a:ext cx="3169800" cy="480000"/>
          </a:xfrm>
          <a:prstGeom prst="rect">
            <a:avLst/>
          </a:prstGeom>
        </p:spPr>
        <p:txBody>
          <a:bodyPr spcFirstLastPara="1" wrap="square" lIns="96650" tIns="48325" rIns="96650" bIns="4832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291835729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a6f4160a7f_0_0: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a6f4160a7f_0_0:notes"/>
          <p:cNvSpPr txBox="1">
            <a:spLocks noGrp="1"/>
          </p:cNvSpPr>
          <p:nvPr>
            <p:ph type="body" idx="1"/>
          </p:nvPr>
        </p:nvSpPr>
        <p:spPr>
          <a:xfrm>
            <a:off x="731520" y="4560570"/>
            <a:ext cx="5852100" cy="432060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12" name="Google Shape;112;ga6f4160a7f_0_0:notes"/>
          <p:cNvSpPr txBox="1">
            <a:spLocks noGrp="1"/>
          </p:cNvSpPr>
          <p:nvPr>
            <p:ph type="sldNum" idx="12"/>
          </p:nvPr>
        </p:nvSpPr>
        <p:spPr>
          <a:xfrm>
            <a:off x="4143587" y="9119474"/>
            <a:ext cx="3169800" cy="480000"/>
          </a:xfrm>
          <a:prstGeom prst="rect">
            <a:avLst/>
          </a:prstGeom>
        </p:spPr>
        <p:txBody>
          <a:bodyPr spcFirstLastPara="1" wrap="square" lIns="96650" tIns="48325" rIns="96650" bIns="4832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69220150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15"/>
        <p:cNvGrpSpPr/>
        <p:nvPr/>
      </p:nvGrpSpPr>
      <p:grpSpPr>
        <a:xfrm>
          <a:off x="0" y="0"/>
          <a:ext cx="0" cy="0"/>
          <a:chOff x="0" y="0"/>
          <a:chExt cx="0" cy="0"/>
        </a:xfrm>
      </p:grpSpPr>
      <p:sp>
        <p:nvSpPr>
          <p:cNvPr id="16" name="Google Shape;16;p2"/>
          <p:cNvSpPr/>
          <p:nvPr/>
        </p:nvSpPr>
        <p:spPr>
          <a:xfrm rot="10800000" flipH="1">
            <a:off x="0" y="-2"/>
            <a:ext cx="9144000" cy="4953001"/>
          </a:xfrm>
          <a:prstGeom prst="rect">
            <a:avLst/>
          </a:prstGeom>
          <a:solidFill>
            <a:srgbClr val="000F2E"/>
          </a:solidFill>
          <a:ln>
            <a:noFill/>
          </a:ln>
          <a:effectLst>
            <a:outerShdw blurRad="50800" dist="38100" dir="16200000"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7" name="Google Shape;17;p2"/>
          <p:cNvSpPr txBox="1">
            <a:spLocks noGrp="1"/>
          </p:cNvSpPr>
          <p:nvPr>
            <p:ph type="ctrTitle"/>
          </p:nvPr>
        </p:nvSpPr>
        <p:spPr>
          <a:xfrm>
            <a:off x="685800" y="1371600"/>
            <a:ext cx="7772400" cy="14700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chemeClr val="lt1"/>
              </a:buClr>
              <a:buSzPts val="4400"/>
              <a:buFont typeface="Calibri"/>
              <a:buNone/>
              <a:defRPr b="1">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18" name="Google Shape;18;p2"/>
          <p:cNvSpPr txBox="1">
            <a:spLocks noGrp="1"/>
          </p:cNvSpPr>
          <p:nvPr>
            <p:ph type="subTitle" idx="1"/>
          </p:nvPr>
        </p:nvSpPr>
        <p:spPr>
          <a:xfrm>
            <a:off x="1371600" y="3127375"/>
            <a:ext cx="6400800" cy="1216025"/>
          </a:xfrm>
          <a:prstGeom prst="rect">
            <a:avLst/>
          </a:prstGeom>
          <a:noFill/>
          <a:ln>
            <a:noFill/>
          </a:ln>
        </p:spPr>
        <p:txBody>
          <a:bodyPr spcFirstLastPara="1" wrap="square" lIns="91425" tIns="45700" rIns="91425" bIns="45700" anchor="t" anchorCtr="0">
            <a:noAutofit/>
          </a:bodyPr>
          <a:lstStyle>
            <a:lvl1pPr lvl="0" algn="ctr">
              <a:spcBef>
                <a:spcPts val="640"/>
              </a:spcBef>
              <a:spcAft>
                <a:spcPts val="0"/>
              </a:spcAft>
              <a:buClr>
                <a:schemeClr val="lt1"/>
              </a:buClr>
              <a:buSzPts val="3200"/>
              <a:buNone/>
              <a:defRPr b="1">
                <a:solidFill>
                  <a:schemeClr val="lt1"/>
                </a:solidFill>
              </a:defRPr>
            </a:lvl1pPr>
            <a:lvl2pPr lvl="1" algn="ctr">
              <a:spcBef>
                <a:spcPts val="560"/>
              </a:spcBef>
              <a:spcAft>
                <a:spcPts val="0"/>
              </a:spcAft>
              <a:buClr>
                <a:srgbClr val="888A9C"/>
              </a:buClr>
              <a:buSzPts val="2800"/>
              <a:buNone/>
              <a:defRPr>
                <a:solidFill>
                  <a:srgbClr val="888A9C"/>
                </a:solidFill>
              </a:defRPr>
            </a:lvl2pPr>
            <a:lvl3pPr lvl="2" algn="ctr">
              <a:spcBef>
                <a:spcPts val="480"/>
              </a:spcBef>
              <a:spcAft>
                <a:spcPts val="0"/>
              </a:spcAft>
              <a:buClr>
                <a:srgbClr val="888A9C"/>
              </a:buClr>
              <a:buSzPts val="2400"/>
              <a:buNone/>
              <a:defRPr>
                <a:solidFill>
                  <a:srgbClr val="888A9C"/>
                </a:solidFill>
              </a:defRPr>
            </a:lvl3pPr>
            <a:lvl4pPr lvl="3" algn="ctr">
              <a:spcBef>
                <a:spcPts val="400"/>
              </a:spcBef>
              <a:spcAft>
                <a:spcPts val="0"/>
              </a:spcAft>
              <a:buClr>
                <a:srgbClr val="888A9C"/>
              </a:buClr>
              <a:buSzPts val="2000"/>
              <a:buNone/>
              <a:defRPr>
                <a:solidFill>
                  <a:srgbClr val="888A9C"/>
                </a:solidFill>
              </a:defRPr>
            </a:lvl4pPr>
            <a:lvl5pPr lvl="4" algn="ctr">
              <a:spcBef>
                <a:spcPts val="400"/>
              </a:spcBef>
              <a:spcAft>
                <a:spcPts val="0"/>
              </a:spcAft>
              <a:buClr>
                <a:srgbClr val="888A9C"/>
              </a:buClr>
              <a:buSzPts val="2000"/>
              <a:buNone/>
              <a:defRPr>
                <a:solidFill>
                  <a:srgbClr val="888A9C"/>
                </a:solidFill>
              </a:defRPr>
            </a:lvl5pPr>
            <a:lvl6pPr lvl="5" algn="ctr">
              <a:spcBef>
                <a:spcPts val="400"/>
              </a:spcBef>
              <a:spcAft>
                <a:spcPts val="0"/>
              </a:spcAft>
              <a:buClr>
                <a:srgbClr val="888A9C"/>
              </a:buClr>
              <a:buSzPts val="2000"/>
              <a:buNone/>
              <a:defRPr>
                <a:solidFill>
                  <a:srgbClr val="888A9C"/>
                </a:solidFill>
              </a:defRPr>
            </a:lvl6pPr>
            <a:lvl7pPr lvl="6" algn="ctr">
              <a:spcBef>
                <a:spcPts val="400"/>
              </a:spcBef>
              <a:spcAft>
                <a:spcPts val="0"/>
              </a:spcAft>
              <a:buClr>
                <a:srgbClr val="888A9C"/>
              </a:buClr>
              <a:buSzPts val="2000"/>
              <a:buNone/>
              <a:defRPr>
                <a:solidFill>
                  <a:srgbClr val="888A9C"/>
                </a:solidFill>
              </a:defRPr>
            </a:lvl7pPr>
            <a:lvl8pPr lvl="7" algn="ctr">
              <a:spcBef>
                <a:spcPts val="400"/>
              </a:spcBef>
              <a:spcAft>
                <a:spcPts val="0"/>
              </a:spcAft>
              <a:buClr>
                <a:srgbClr val="888A9C"/>
              </a:buClr>
              <a:buSzPts val="2000"/>
              <a:buNone/>
              <a:defRPr>
                <a:solidFill>
                  <a:srgbClr val="888A9C"/>
                </a:solidFill>
              </a:defRPr>
            </a:lvl8pPr>
            <a:lvl9pPr lvl="8" algn="ctr">
              <a:spcBef>
                <a:spcPts val="400"/>
              </a:spcBef>
              <a:spcAft>
                <a:spcPts val="0"/>
              </a:spcAft>
              <a:buClr>
                <a:srgbClr val="888A9C"/>
              </a:buClr>
              <a:buSzPts val="2000"/>
              <a:buNone/>
              <a:defRPr>
                <a:solidFill>
                  <a:srgbClr val="888A9C"/>
                </a:solidFill>
              </a:defRPr>
            </a:lvl9pPr>
          </a:lstStyle>
          <a:p>
            <a:r>
              <a:rPr lang="en-US"/>
              <a:t>Click to edit Master subtitle style</a:t>
            </a:r>
            <a:endParaRPr/>
          </a:p>
        </p:txBody>
      </p:sp>
      <p:sp>
        <p:nvSpPr>
          <p:cNvPr id="19" name="Google Shape;19;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20" name="Google Shape;20;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21" name="Google Shape;21;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smtClean="0"/>
              <a:t>‹#›</a:t>
            </a:fld>
            <a:endParaRPr lang="en-US"/>
          </a:p>
        </p:txBody>
      </p:sp>
      <p:pic>
        <p:nvPicPr>
          <p:cNvPr id="22" name="Google Shape;22;p2"/>
          <p:cNvPicPr preferRelativeResize="0"/>
          <p:nvPr/>
        </p:nvPicPr>
        <p:blipFill rotWithShape="1">
          <a:blip r:embed="rId2">
            <a:alphaModFix/>
          </a:blip>
          <a:srcRect/>
          <a:stretch/>
        </p:blipFill>
        <p:spPr>
          <a:xfrm>
            <a:off x="3330414" y="5281369"/>
            <a:ext cx="2843999" cy="1104862"/>
          </a:xfrm>
          <a:prstGeom prst="rect">
            <a:avLst/>
          </a:prstGeom>
          <a:noFill/>
          <a:ln>
            <a:noFill/>
          </a:ln>
        </p:spPr>
      </p:pic>
      <p:sp>
        <p:nvSpPr>
          <p:cNvPr id="23" name="Google Shape;23;p2"/>
          <p:cNvSpPr/>
          <p:nvPr/>
        </p:nvSpPr>
        <p:spPr>
          <a:xfrm>
            <a:off x="0" y="6629400"/>
            <a:ext cx="9144000" cy="228600"/>
          </a:xfrm>
          <a:prstGeom prst="rect">
            <a:avLst/>
          </a:prstGeom>
          <a:solidFill>
            <a:srgbClr val="000F2E"/>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Tree>
    <p:extLst>
      <p:ext uri="{BB962C8B-B14F-4D97-AF65-F5344CB8AC3E}">
        <p14:creationId xmlns:p14="http://schemas.microsoft.com/office/powerpoint/2010/main" val="50274005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Title and Content" type="obj">
  <p:cSld name="Title and Content">
    <p:bg>
      <p:bgRef idx="1001">
        <a:schemeClr val="bg1"/>
      </p:bgRef>
    </p:bg>
    <p:spTree>
      <p:nvGrpSpPr>
        <p:cNvPr id="1" name="Shape 24"/>
        <p:cNvGrpSpPr/>
        <p:nvPr/>
      </p:nvGrpSpPr>
      <p:grpSpPr>
        <a:xfrm>
          <a:off x="0" y="0"/>
          <a:ext cx="0" cy="0"/>
          <a:chOff x="0" y="0"/>
          <a:chExt cx="0" cy="0"/>
        </a:xfrm>
      </p:grpSpPr>
      <p:sp>
        <p:nvSpPr>
          <p:cNvPr id="25" name="Google Shape;25;p3"/>
          <p:cNvSpPr/>
          <p:nvPr/>
        </p:nvSpPr>
        <p:spPr>
          <a:xfrm>
            <a:off x="0" y="6629400"/>
            <a:ext cx="9144000" cy="228600"/>
          </a:xfrm>
          <a:prstGeom prst="rect">
            <a:avLst/>
          </a:prstGeom>
          <a:solidFill>
            <a:srgbClr val="000F2E"/>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6" name="Google Shape;26;p3"/>
          <p:cNvSpPr/>
          <p:nvPr/>
        </p:nvSpPr>
        <p:spPr>
          <a:xfrm rot="10800000" flipH="1">
            <a:off x="-2458" y="1143000"/>
            <a:ext cx="9144000" cy="228600"/>
          </a:xfrm>
          <a:prstGeom prst="rect">
            <a:avLst/>
          </a:prstGeom>
          <a:solidFill>
            <a:srgbClr val="000F2E"/>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7" name="Google Shape;27;p3"/>
          <p:cNvSpPr txBox="1">
            <a:spLocks noGrp="1"/>
          </p:cNvSpPr>
          <p:nvPr>
            <p:ph type="title"/>
          </p:nvPr>
        </p:nvSpPr>
        <p:spPr>
          <a:xfrm>
            <a:off x="457200" y="152400"/>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chemeClr val="dk1"/>
              </a:buClr>
              <a:buSzPts val="4400"/>
              <a:buFont typeface="Calibri"/>
              <a:buNone/>
              <a:defRPr b="1">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28" name="Google Shape;28;p3"/>
          <p:cNvSpPr txBox="1">
            <a:spLocks noGrp="1"/>
          </p:cNvSpPr>
          <p:nvPr>
            <p:ph type="body" idx="1"/>
          </p:nvPr>
        </p:nvSpPr>
        <p:spPr>
          <a:xfrm>
            <a:off x="457200" y="1524000"/>
            <a:ext cx="8229600" cy="4942175"/>
          </a:xfrm>
          <a:prstGeom prst="rect">
            <a:avLst/>
          </a:prstGeom>
          <a:noFill/>
          <a:ln>
            <a:noFill/>
          </a:ln>
        </p:spPr>
        <p:txBody>
          <a:bodyPr spcFirstLastPara="1" wrap="square" lIns="91425" tIns="45700" rIns="91425" bIns="45700" anchor="t" anchorCtr="0">
            <a:noAutofit/>
          </a:bodyPr>
          <a:lstStyle>
            <a:lvl1pPr marL="457200" lvl="0" indent="-342900" algn="l">
              <a:spcBef>
                <a:spcPts val="600"/>
              </a:spcBef>
              <a:spcAft>
                <a:spcPts val="0"/>
              </a:spcAft>
              <a:buClr>
                <a:schemeClr val="dk1"/>
              </a:buClr>
              <a:buSzPts val="1800"/>
              <a:buFont typeface="Calibri"/>
              <a:buChar char="•"/>
              <a:defRPr sz="3000"/>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lvl="0"/>
            <a:r>
              <a:rPr lang="en-US"/>
              <a:t>Edit Master text styles</a:t>
            </a:r>
          </a:p>
        </p:txBody>
      </p:sp>
      <p:sp>
        <p:nvSpPr>
          <p:cNvPr id="29" name="Google Shape;29;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pic>
        <p:nvPicPr>
          <p:cNvPr id="30" name="Google Shape;30;p3"/>
          <p:cNvPicPr preferRelativeResize="0"/>
          <p:nvPr/>
        </p:nvPicPr>
        <p:blipFill rotWithShape="1">
          <a:blip r:embed="rId2">
            <a:alphaModFix/>
          </a:blip>
          <a:srcRect/>
          <a:stretch/>
        </p:blipFill>
        <p:spPr>
          <a:xfrm>
            <a:off x="4304167" y="6400800"/>
            <a:ext cx="365760" cy="405070"/>
          </a:xfrm>
          <a:prstGeom prst="rect">
            <a:avLst/>
          </a:prstGeom>
          <a:noFill/>
          <a:ln>
            <a:noFill/>
          </a:ln>
        </p:spPr>
      </p:pic>
      <p:pic>
        <p:nvPicPr>
          <p:cNvPr id="31" name="Google Shape;31;p3"/>
          <p:cNvPicPr preferRelativeResize="0"/>
          <p:nvPr/>
        </p:nvPicPr>
        <p:blipFill rotWithShape="1">
          <a:blip r:embed="rId3">
            <a:alphaModFix/>
          </a:blip>
          <a:srcRect/>
          <a:stretch/>
        </p:blipFill>
        <p:spPr>
          <a:xfrm>
            <a:off x="4364295" y="6466175"/>
            <a:ext cx="245505" cy="274320"/>
          </a:xfrm>
          <a:prstGeom prst="rect">
            <a:avLst/>
          </a:prstGeom>
          <a:noFill/>
          <a:ln>
            <a:noFill/>
          </a:ln>
        </p:spPr>
      </p:pic>
      <p:sp>
        <p:nvSpPr>
          <p:cNvPr id="32" name="Google Shape;32;p3"/>
          <p:cNvSpPr txBox="1">
            <a:spLocks noGrp="1"/>
          </p:cNvSpPr>
          <p:nvPr>
            <p:ph type="sldNum" idx="12"/>
          </p:nvPr>
        </p:nvSpPr>
        <p:spPr>
          <a:xfrm>
            <a:off x="4296547" y="6400800"/>
            <a:ext cx="381000"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1100" b="1" i="0" u="none" strike="noStrike" cap="none">
                <a:solidFill>
                  <a:srgbClr val="000F2E"/>
                </a:solidFill>
                <a:latin typeface="Calibri"/>
                <a:ea typeface="Calibri"/>
                <a:cs typeface="Calibri"/>
                <a:sym typeface="Calibri"/>
              </a:defRPr>
            </a:lvl1pPr>
            <a:lvl2pPr marL="0" lvl="1" indent="0" algn="ctr">
              <a:spcBef>
                <a:spcPts val="0"/>
              </a:spcBef>
              <a:buNone/>
              <a:defRPr sz="1100" b="1" i="0" u="none" strike="noStrike" cap="none">
                <a:solidFill>
                  <a:srgbClr val="000F2E"/>
                </a:solidFill>
                <a:latin typeface="Calibri"/>
                <a:ea typeface="Calibri"/>
                <a:cs typeface="Calibri"/>
                <a:sym typeface="Calibri"/>
              </a:defRPr>
            </a:lvl2pPr>
            <a:lvl3pPr marL="0" lvl="2" indent="0" algn="ctr">
              <a:spcBef>
                <a:spcPts val="0"/>
              </a:spcBef>
              <a:buNone/>
              <a:defRPr sz="1100" b="1" i="0" u="none" strike="noStrike" cap="none">
                <a:solidFill>
                  <a:srgbClr val="000F2E"/>
                </a:solidFill>
                <a:latin typeface="Calibri"/>
                <a:ea typeface="Calibri"/>
                <a:cs typeface="Calibri"/>
                <a:sym typeface="Calibri"/>
              </a:defRPr>
            </a:lvl3pPr>
            <a:lvl4pPr marL="0" lvl="3" indent="0" algn="ctr">
              <a:spcBef>
                <a:spcPts val="0"/>
              </a:spcBef>
              <a:buNone/>
              <a:defRPr sz="1100" b="1" i="0" u="none" strike="noStrike" cap="none">
                <a:solidFill>
                  <a:srgbClr val="000F2E"/>
                </a:solidFill>
                <a:latin typeface="Calibri"/>
                <a:ea typeface="Calibri"/>
                <a:cs typeface="Calibri"/>
                <a:sym typeface="Calibri"/>
              </a:defRPr>
            </a:lvl4pPr>
            <a:lvl5pPr marL="0" lvl="4" indent="0" algn="ctr">
              <a:spcBef>
                <a:spcPts val="0"/>
              </a:spcBef>
              <a:buNone/>
              <a:defRPr sz="1100" b="1" i="0" u="none" strike="noStrike" cap="none">
                <a:solidFill>
                  <a:srgbClr val="000F2E"/>
                </a:solidFill>
                <a:latin typeface="Calibri"/>
                <a:ea typeface="Calibri"/>
                <a:cs typeface="Calibri"/>
                <a:sym typeface="Calibri"/>
              </a:defRPr>
            </a:lvl5pPr>
            <a:lvl6pPr marL="0" lvl="5" indent="0" algn="ctr">
              <a:spcBef>
                <a:spcPts val="0"/>
              </a:spcBef>
              <a:buNone/>
              <a:defRPr sz="1100" b="1" i="0" u="none" strike="noStrike" cap="none">
                <a:solidFill>
                  <a:srgbClr val="000F2E"/>
                </a:solidFill>
                <a:latin typeface="Calibri"/>
                <a:ea typeface="Calibri"/>
                <a:cs typeface="Calibri"/>
                <a:sym typeface="Calibri"/>
              </a:defRPr>
            </a:lvl6pPr>
            <a:lvl7pPr marL="0" lvl="6" indent="0" algn="ctr">
              <a:spcBef>
                <a:spcPts val="0"/>
              </a:spcBef>
              <a:buNone/>
              <a:defRPr sz="1100" b="1" i="0" u="none" strike="noStrike" cap="none">
                <a:solidFill>
                  <a:srgbClr val="000F2E"/>
                </a:solidFill>
                <a:latin typeface="Calibri"/>
                <a:ea typeface="Calibri"/>
                <a:cs typeface="Calibri"/>
                <a:sym typeface="Calibri"/>
              </a:defRPr>
            </a:lvl7pPr>
            <a:lvl8pPr marL="0" lvl="7" indent="0" algn="ctr">
              <a:spcBef>
                <a:spcPts val="0"/>
              </a:spcBef>
              <a:buNone/>
              <a:defRPr sz="1100" b="1" i="0" u="none" strike="noStrike" cap="none">
                <a:solidFill>
                  <a:srgbClr val="000F2E"/>
                </a:solidFill>
                <a:latin typeface="Calibri"/>
                <a:ea typeface="Calibri"/>
                <a:cs typeface="Calibri"/>
                <a:sym typeface="Calibri"/>
              </a:defRPr>
            </a:lvl8pPr>
            <a:lvl9pPr marL="0" lvl="8" indent="0" algn="ctr">
              <a:spcBef>
                <a:spcPts val="0"/>
              </a:spcBef>
              <a:buNone/>
              <a:defRPr sz="1100" b="1" i="0" u="none" strike="noStrike" cap="none">
                <a:solidFill>
                  <a:srgbClr val="000F2E"/>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US" smtClean="0"/>
              <a:t>‹#›</a:t>
            </a:fld>
            <a:endParaRPr lang="en-US"/>
          </a:p>
        </p:txBody>
      </p:sp>
      <p:pic>
        <p:nvPicPr>
          <p:cNvPr id="2" name="Picture 1"/>
          <p:cNvPicPr>
            <a:picLocks noChangeAspect="1"/>
          </p:cNvPicPr>
          <p:nvPr/>
        </p:nvPicPr>
        <p:blipFill rotWithShape="1">
          <a:blip r:embed="rId4">
            <a:duotone>
              <a:schemeClr val="accent4">
                <a:shade val="45000"/>
                <a:satMod val="135000"/>
              </a:schemeClr>
              <a:prstClr val="white"/>
            </a:duotone>
            <a:extLst>
              <a:ext uri="{28A0092B-C50C-407E-A947-70E740481C1C}">
                <a14:useLocalDpi xmlns:a14="http://schemas.microsoft.com/office/drawing/2010/main" val="0"/>
              </a:ext>
            </a:extLst>
          </a:blip>
          <a:srcRect t="6274" r="49256"/>
          <a:stretch/>
        </p:blipFill>
        <p:spPr>
          <a:xfrm>
            <a:off x="6183389" y="1378424"/>
            <a:ext cx="2960611" cy="5468390"/>
          </a:xfrm>
          <a:prstGeom prst="rect">
            <a:avLst/>
          </a:prstGeom>
        </p:spPr>
      </p:pic>
    </p:spTree>
    <p:extLst>
      <p:ext uri="{BB962C8B-B14F-4D97-AF65-F5344CB8AC3E}">
        <p14:creationId xmlns:p14="http://schemas.microsoft.com/office/powerpoint/2010/main" val="274377621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33"/>
        <p:cNvGrpSpPr/>
        <p:nvPr/>
      </p:nvGrpSpPr>
      <p:grpSpPr>
        <a:xfrm>
          <a:off x="0" y="0"/>
          <a:ext cx="0" cy="0"/>
          <a:chOff x="0" y="0"/>
          <a:chExt cx="0" cy="0"/>
        </a:xfrm>
      </p:grpSpPr>
      <p:sp>
        <p:nvSpPr>
          <p:cNvPr id="34" name="Google Shape;34;p4"/>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35" name="Google Shape;35;p4"/>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Autofit/>
          </a:bodyPr>
          <a:lstStyle>
            <a:lvl1pPr marL="457200" lvl="0" indent="-228600" algn="l">
              <a:spcBef>
                <a:spcPts val="400"/>
              </a:spcBef>
              <a:spcAft>
                <a:spcPts val="0"/>
              </a:spcAft>
              <a:buClr>
                <a:srgbClr val="888A9C"/>
              </a:buClr>
              <a:buSzPts val="2000"/>
              <a:buNone/>
              <a:defRPr sz="2000">
                <a:solidFill>
                  <a:srgbClr val="888A9C"/>
                </a:solidFill>
              </a:defRPr>
            </a:lvl1pPr>
            <a:lvl2pPr marL="914400" lvl="1" indent="-228600" algn="l">
              <a:spcBef>
                <a:spcPts val="360"/>
              </a:spcBef>
              <a:spcAft>
                <a:spcPts val="0"/>
              </a:spcAft>
              <a:buClr>
                <a:srgbClr val="888A9C"/>
              </a:buClr>
              <a:buSzPts val="1800"/>
              <a:buNone/>
              <a:defRPr sz="1800">
                <a:solidFill>
                  <a:srgbClr val="888A9C"/>
                </a:solidFill>
              </a:defRPr>
            </a:lvl2pPr>
            <a:lvl3pPr marL="1371600" lvl="2" indent="-228600" algn="l">
              <a:spcBef>
                <a:spcPts val="320"/>
              </a:spcBef>
              <a:spcAft>
                <a:spcPts val="0"/>
              </a:spcAft>
              <a:buClr>
                <a:srgbClr val="888A9C"/>
              </a:buClr>
              <a:buSzPts val="1600"/>
              <a:buNone/>
              <a:defRPr sz="1600">
                <a:solidFill>
                  <a:srgbClr val="888A9C"/>
                </a:solidFill>
              </a:defRPr>
            </a:lvl3pPr>
            <a:lvl4pPr marL="1828800" lvl="3" indent="-228600" algn="l">
              <a:spcBef>
                <a:spcPts val="280"/>
              </a:spcBef>
              <a:spcAft>
                <a:spcPts val="0"/>
              </a:spcAft>
              <a:buClr>
                <a:srgbClr val="888A9C"/>
              </a:buClr>
              <a:buSzPts val="1400"/>
              <a:buNone/>
              <a:defRPr sz="1400">
                <a:solidFill>
                  <a:srgbClr val="888A9C"/>
                </a:solidFill>
              </a:defRPr>
            </a:lvl4pPr>
            <a:lvl5pPr marL="2286000" lvl="4" indent="-228600" algn="l">
              <a:spcBef>
                <a:spcPts val="280"/>
              </a:spcBef>
              <a:spcAft>
                <a:spcPts val="0"/>
              </a:spcAft>
              <a:buClr>
                <a:srgbClr val="888A9C"/>
              </a:buClr>
              <a:buSzPts val="1400"/>
              <a:buNone/>
              <a:defRPr sz="1400">
                <a:solidFill>
                  <a:srgbClr val="888A9C"/>
                </a:solidFill>
              </a:defRPr>
            </a:lvl5pPr>
            <a:lvl6pPr marL="2743200" lvl="5" indent="-228600" algn="l">
              <a:spcBef>
                <a:spcPts val="280"/>
              </a:spcBef>
              <a:spcAft>
                <a:spcPts val="0"/>
              </a:spcAft>
              <a:buClr>
                <a:srgbClr val="888A9C"/>
              </a:buClr>
              <a:buSzPts val="1400"/>
              <a:buNone/>
              <a:defRPr sz="1400">
                <a:solidFill>
                  <a:srgbClr val="888A9C"/>
                </a:solidFill>
              </a:defRPr>
            </a:lvl6pPr>
            <a:lvl7pPr marL="3200400" lvl="6" indent="-228600" algn="l">
              <a:spcBef>
                <a:spcPts val="280"/>
              </a:spcBef>
              <a:spcAft>
                <a:spcPts val="0"/>
              </a:spcAft>
              <a:buClr>
                <a:srgbClr val="888A9C"/>
              </a:buClr>
              <a:buSzPts val="1400"/>
              <a:buNone/>
              <a:defRPr sz="1400">
                <a:solidFill>
                  <a:srgbClr val="888A9C"/>
                </a:solidFill>
              </a:defRPr>
            </a:lvl7pPr>
            <a:lvl8pPr marL="3657600" lvl="7" indent="-228600" algn="l">
              <a:spcBef>
                <a:spcPts val="280"/>
              </a:spcBef>
              <a:spcAft>
                <a:spcPts val="0"/>
              </a:spcAft>
              <a:buClr>
                <a:srgbClr val="888A9C"/>
              </a:buClr>
              <a:buSzPts val="1400"/>
              <a:buNone/>
              <a:defRPr sz="1400">
                <a:solidFill>
                  <a:srgbClr val="888A9C"/>
                </a:solidFill>
              </a:defRPr>
            </a:lvl8pPr>
            <a:lvl9pPr marL="4114800" lvl="8" indent="-228600" algn="l">
              <a:spcBef>
                <a:spcPts val="280"/>
              </a:spcBef>
              <a:spcAft>
                <a:spcPts val="0"/>
              </a:spcAft>
              <a:buClr>
                <a:srgbClr val="888A9C"/>
              </a:buClr>
              <a:buSzPts val="1400"/>
              <a:buNone/>
              <a:defRPr sz="1400">
                <a:solidFill>
                  <a:srgbClr val="888A9C"/>
                </a:solidFill>
              </a:defRPr>
            </a:lvl9pPr>
          </a:lstStyle>
          <a:p>
            <a:pPr lvl="0"/>
            <a:r>
              <a:rPr lang="en-US"/>
              <a:t>Edit Master text styles</a:t>
            </a:r>
          </a:p>
        </p:txBody>
      </p:sp>
      <p:sp>
        <p:nvSpPr>
          <p:cNvPr id="36" name="Google Shape;36;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37" name="Google Shape;37;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38" name="Google Shape;38;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240188400"/>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39"/>
        <p:cNvGrpSpPr/>
        <p:nvPr/>
      </p:nvGrpSpPr>
      <p:grpSpPr>
        <a:xfrm>
          <a:off x="0" y="0"/>
          <a:ext cx="0" cy="0"/>
          <a:chOff x="0" y="0"/>
          <a:chExt cx="0" cy="0"/>
        </a:xfrm>
      </p:grpSpPr>
      <p:sp>
        <p:nvSpPr>
          <p:cNvPr id="40" name="Google Shape;40;p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41" name="Google Shape;41;p5"/>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pPr lvl="0"/>
            <a:r>
              <a:rPr lang="en-US"/>
              <a:t>Edit Master text styles</a:t>
            </a:r>
          </a:p>
        </p:txBody>
      </p:sp>
      <p:sp>
        <p:nvSpPr>
          <p:cNvPr id="42" name="Google Shape;42;p5"/>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pPr lvl="0"/>
            <a:r>
              <a:rPr lang="en-US"/>
              <a:t>Edit Master text styles</a:t>
            </a:r>
          </a:p>
        </p:txBody>
      </p:sp>
      <p:sp>
        <p:nvSpPr>
          <p:cNvPr id="43" name="Google Shape;43;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44" name="Google Shape;44;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45" name="Google Shape;45;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67197424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Comparison">
    <p:spTree>
      <p:nvGrpSpPr>
        <p:cNvPr id="1" name="Shape 46"/>
        <p:cNvGrpSpPr/>
        <p:nvPr/>
      </p:nvGrpSpPr>
      <p:grpSpPr>
        <a:xfrm>
          <a:off x="0" y="0"/>
          <a:ext cx="0" cy="0"/>
          <a:chOff x="0" y="0"/>
          <a:chExt cx="0" cy="0"/>
        </a:xfrm>
      </p:grpSpPr>
      <p:sp>
        <p:nvSpPr>
          <p:cNvPr id="47" name="Google Shape;47;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48" name="Google Shape;48;p6"/>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pPr lvl="0"/>
            <a:r>
              <a:rPr lang="en-US"/>
              <a:t>Edit Master text styles</a:t>
            </a:r>
          </a:p>
        </p:txBody>
      </p:sp>
      <p:sp>
        <p:nvSpPr>
          <p:cNvPr id="49" name="Google Shape;49;p6"/>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pPr lvl="0"/>
            <a:r>
              <a:rPr lang="en-US"/>
              <a:t>Edit Master text styles</a:t>
            </a:r>
          </a:p>
        </p:txBody>
      </p:sp>
      <p:sp>
        <p:nvSpPr>
          <p:cNvPr id="50" name="Google Shape;50;p6"/>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pPr lvl="0"/>
            <a:r>
              <a:rPr lang="en-US"/>
              <a:t>Edit Master text styles</a:t>
            </a:r>
          </a:p>
        </p:txBody>
      </p:sp>
      <p:sp>
        <p:nvSpPr>
          <p:cNvPr id="51" name="Google Shape;51;p6"/>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pPr lvl="0"/>
            <a:r>
              <a:rPr lang="en-US"/>
              <a:t>Edit Master text styles</a:t>
            </a:r>
          </a:p>
        </p:txBody>
      </p:sp>
      <p:sp>
        <p:nvSpPr>
          <p:cNvPr id="52" name="Google Shape;52;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53" name="Google Shape;53;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54" name="Google Shape;54;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05779277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55"/>
        <p:cNvGrpSpPr/>
        <p:nvPr/>
      </p:nvGrpSpPr>
      <p:grpSpPr>
        <a:xfrm>
          <a:off x="0" y="0"/>
          <a:ext cx="0" cy="0"/>
          <a:chOff x="0" y="0"/>
          <a:chExt cx="0" cy="0"/>
        </a:xfrm>
      </p:grpSpPr>
      <p:sp>
        <p:nvSpPr>
          <p:cNvPr id="56" name="Google Shape;56;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57" name="Google Shape;57;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58" name="Google Shape;58;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59" name="Google Shape;59;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913036690"/>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0"/>
        <p:cNvGrpSpPr/>
        <p:nvPr/>
      </p:nvGrpSpPr>
      <p:grpSpPr>
        <a:xfrm>
          <a:off x="0" y="0"/>
          <a:ext cx="0" cy="0"/>
          <a:chOff x="0" y="0"/>
          <a:chExt cx="0" cy="0"/>
        </a:xfrm>
      </p:grpSpPr>
      <p:sp>
        <p:nvSpPr>
          <p:cNvPr id="61" name="Google Shape;6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62" name="Google Shape;6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63" name="Google Shape;6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163871700"/>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64"/>
        <p:cNvGrpSpPr/>
        <p:nvPr/>
      </p:nvGrpSpPr>
      <p:grpSpPr>
        <a:xfrm>
          <a:off x="0" y="0"/>
          <a:ext cx="0" cy="0"/>
          <a:chOff x="0" y="0"/>
          <a:chExt cx="0" cy="0"/>
        </a:xfrm>
      </p:grpSpPr>
      <p:sp>
        <p:nvSpPr>
          <p:cNvPr id="65" name="Google Shape;6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66" name="Google Shape;6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pPr lvl="0"/>
            <a:r>
              <a:rPr lang="en-US"/>
              <a:t>Edit Master text styles</a:t>
            </a:r>
          </a:p>
        </p:txBody>
      </p:sp>
      <p:sp>
        <p:nvSpPr>
          <p:cNvPr id="67" name="Google Shape;6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pPr lvl="0"/>
            <a:r>
              <a:rPr lang="en-US"/>
              <a:t>Edit Master text styles</a:t>
            </a:r>
          </a:p>
        </p:txBody>
      </p:sp>
      <p:sp>
        <p:nvSpPr>
          <p:cNvPr id="68" name="Google Shape;6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69" name="Google Shape;6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70" name="Google Shape;7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418768870"/>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71"/>
        <p:cNvGrpSpPr/>
        <p:nvPr/>
      </p:nvGrpSpPr>
      <p:grpSpPr>
        <a:xfrm>
          <a:off x="0" y="0"/>
          <a:ext cx="0" cy="0"/>
          <a:chOff x="0" y="0"/>
          <a:chExt cx="0" cy="0"/>
        </a:xfrm>
      </p:grpSpPr>
      <p:sp>
        <p:nvSpPr>
          <p:cNvPr id="72" name="Google Shape;7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73" name="Google Shape;73;p10"/>
          <p:cNvSpPr>
            <a:spLocks noGrp="1"/>
          </p:cNvSpPr>
          <p:nvPr>
            <p:ph type="pic" idx="2"/>
          </p:nvPr>
        </p:nvSpPr>
        <p:spPr>
          <a:xfrm>
            <a:off x="1792288" y="612775"/>
            <a:ext cx="5486400" cy="4114800"/>
          </a:xfrm>
          <a:prstGeom prst="rect">
            <a:avLst/>
          </a:prstGeom>
          <a:noFill/>
          <a:ln>
            <a:noFill/>
          </a:ln>
        </p:spPr>
        <p:txBody>
          <a:bodyPr spcFirstLastPara="1" wrap="square" lIns="91425" tIns="45700" rIns="91425" bIns="45700" anchor="t" anchorCtr="0">
            <a:noAutofit/>
          </a:bodyPr>
          <a:lstStyle>
            <a:lvl1pPr marR="0" lvl="0" algn="l" rtl="0">
              <a:spcBef>
                <a:spcPts val="64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1pPr>
            <a:lvl2pPr marR="0" lvl="1" algn="l" rtl="0">
              <a:spcBef>
                <a:spcPts val="56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2pPr>
            <a:lvl3pPr marR="0" lvl="2" algn="l" rtl="0">
              <a:spcBef>
                <a:spcPts val="48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3pPr>
            <a:lvl4pPr marR="0" lvl="3"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4pPr>
            <a:lvl5pPr marR="0" lvl="4"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5pPr>
            <a:lvl6pPr marR="0" lvl="5"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6pPr>
            <a:lvl7pPr marR="0" lvl="6"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7pPr>
            <a:lvl8pPr marR="0" lvl="7"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8pPr>
            <a:lvl9pPr marR="0" lvl="8"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9pPr>
          </a:lstStyle>
          <a:p>
            <a:r>
              <a:rPr lang="en-US"/>
              <a:t>Click icon to add picture</a:t>
            </a:r>
            <a:endParaRPr/>
          </a:p>
        </p:txBody>
      </p:sp>
      <p:sp>
        <p:nvSpPr>
          <p:cNvPr id="74" name="Google Shape;7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pPr lvl="0"/>
            <a:r>
              <a:rPr lang="en-US"/>
              <a:t>Edit Master text styles</a:t>
            </a:r>
          </a:p>
        </p:txBody>
      </p:sp>
      <p:sp>
        <p:nvSpPr>
          <p:cNvPr id="75" name="Google Shape;7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76" name="Google Shape;7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77" name="Google Shape;7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03789674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78"/>
        <p:cNvGrpSpPr/>
        <p:nvPr/>
      </p:nvGrpSpPr>
      <p:grpSpPr>
        <a:xfrm>
          <a:off x="0" y="0"/>
          <a:ext cx="0" cy="0"/>
          <a:chOff x="0" y="0"/>
          <a:chExt cx="0" cy="0"/>
        </a:xfrm>
      </p:grpSpPr>
      <p:sp>
        <p:nvSpPr>
          <p:cNvPr id="79" name="Google Shape;7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80" name="Google Shape;80;p11"/>
          <p:cNvSpPr txBox="1">
            <a:spLocks noGrp="1"/>
          </p:cNvSpPr>
          <p:nvPr>
            <p:ph type="body" idx="1"/>
          </p:nvPr>
        </p:nvSpPr>
        <p:spPr>
          <a:xfrm rot="5400000">
            <a:off x="2309018" y="-251619"/>
            <a:ext cx="4525963" cy="82296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lvl="0"/>
            <a:r>
              <a:rPr lang="en-US"/>
              <a:t>Edit Master text styles</a:t>
            </a:r>
          </a:p>
        </p:txBody>
      </p:sp>
      <p:sp>
        <p:nvSpPr>
          <p:cNvPr id="81" name="Google Shape;8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82" name="Google Shape;8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83" name="Google Shape;8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510672242"/>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84"/>
        <p:cNvGrpSpPr/>
        <p:nvPr/>
      </p:nvGrpSpPr>
      <p:grpSpPr>
        <a:xfrm>
          <a:off x="0" y="0"/>
          <a:ext cx="0" cy="0"/>
          <a:chOff x="0" y="0"/>
          <a:chExt cx="0" cy="0"/>
        </a:xfrm>
      </p:grpSpPr>
      <p:sp>
        <p:nvSpPr>
          <p:cNvPr id="85" name="Google Shape;85;p12"/>
          <p:cNvSpPr txBox="1">
            <a:spLocks noGrp="1"/>
          </p:cNvSpPr>
          <p:nvPr>
            <p:ph type="title"/>
          </p:nvPr>
        </p:nvSpPr>
        <p:spPr>
          <a:xfrm rot="5400000">
            <a:off x="4732337" y="2171700"/>
            <a:ext cx="5851525" cy="2057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86" name="Google Shape;86;p12"/>
          <p:cNvSpPr txBox="1">
            <a:spLocks noGrp="1"/>
          </p:cNvSpPr>
          <p:nvPr>
            <p:ph type="body" idx="1"/>
          </p:nvPr>
        </p:nvSpPr>
        <p:spPr>
          <a:xfrm rot="5400000">
            <a:off x="541338" y="190501"/>
            <a:ext cx="5851525" cy="60198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lvl="0"/>
            <a:r>
              <a:rPr lang="en-US"/>
              <a:t>Edit Master text styles</a:t>
            </a:r>
          </a:p>
        </p:txBody>
      </p:sp>
      <p:sp>
        <p:nvSpPr>
          <p:cNvPr id="87" name="Google Shape;8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88" name="Google Shape;8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89" name="Google Shape;8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27369225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A9C"/>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lang="en-US"/>
          </a:p>
        </p:txBody>
      </p:sp>
      <p:sp>
        <p:nvSpPr>
          <p:cNvPr id="13" name="Google Shape;13;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A9C"/>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lang="en-US"/>
          </a:p>
        </p:txBody>
      </p:sp>
      <p:sp>
        <p:nvSpPr>
          <p:cNvPr id="14" name="Google Shape;14;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A9C"/>
                </a:solidFill>
                <a:latin typeface="Calibri"/>
                <a:ea typeface="Calibri"/>
                <a:cs typeface="Calibri"/>
                <a:sym typeface="Calibri"/>
              </a:defRPr>
            </a:lvl1pPr>
            <a:lvl2pPr marL="0" marR="0" lvl="1" indent="0" algn="r" rtl="0">
              <a:spcBef>
                <a:spcPts val="0"/>
              </a:spcBef>
              <a:buNone/>
              <a:defRPr sz="1200" b="0" i="0" u="none" strike="noStrike" cap="none">
                <a:solidFill>
                  <a:srgbClr val="888A9C"/>
                </a:solidFill>
                <a:latin typeface="Calibri"/>
                <a:ea typeface="Calibri"/>
                <a:cs typeface="Calibri"/>
                <a:sym typeface="Calibri"/>
              </a:defRPr>
            </a:lvl2pPr>
            <a:lvl3pPr marL="0" marR="0" lvl="2" indent="0" algn="r" rtl="0">
              <a:spcBef>
                <a:spcPts val="0"/>
              </a:spcBef>
              <a:buNone/>
              <a:defRPr sz="1200" b="0" i="0" u="none" strike="noStrike" cap="none">
                <a:solidFill>
                  <a:srgbClr val="888A9C"/>
                </a:solidFill>
                <a:latin typeface="Calibri"/>
                <a:ea typeface="Calibri"/>
                <a:cs typeface="Calibri"/>
                <a:sym typeface="Calibri"/>
              </a:defRPr>
            </a:lvl3pPr>
            <a:lvl4pPr marL="0" marR="0" lvl="3" indent="0" algn="r" rtl="0">
              <a:spcBef>
                <a:spcPts val="0"/>
              </a:spcBef>
              <a:buNone/>
              <a:defRPr sz="1200" b="0" i="0" u="none" strike="noStrike" cap="none">
                <a:solidFill>
                  <a:srgbClr val="888A9C"/>
                </a:solidFill>
                <a:latin typeface="Calibri"/>
                <a:ea typeface="Calibri"/>
                <a:cs typeface="Calibri"/>
                <a:sym typeface="Calibri"/>
              </a:defRPr>
            </a:lvl4pPr>
            <a:lvl5pPr marL="0" marR="0" lvl="4" indent="0" algn="r" rtl="0">
              <a:spcBef>
                <a:spcPts val="0"/>
              </a:spcBef>
              <a:buNone/>
              <a:defRPr sz="1200" b="0" i="0" u="none" strike="noStrike" cap="none">
                <a:solidFill>
                  <a:srgbClr val="888A9C"/>
                </a:solidFill>
                <a:latin typeface="Calibri"/>
                <a:ea typeface="Calibri"/>
                <a:cs typeface="Calibri"/>
                <a:sym typeface="Calibri"/>
              </a:defRPr>
            </a:lvl5pPr>
            <a:lvl6pPr marL="0" marR="0" lvl="5" indent="0" algn="r" rtl="0">
              <a:spcBef>
                <a:spcPts val="0"/>
              </a:spcBef>
              <a:buNone/>
              <a:defRPr sz="1200" b="0" i="0" u="none" strike="noStrike" cap="none">
                <a:solidFill>
                  <a:srgbClr val="888A9C"/>
                </a:solidFill>
                <a:latin typeface="Calibri"/>
                <a:ea typeface="Calibri"/>
                <a:cs typeface="Calibri"/>
                <a:sym typeface="Calibri"/>
              </a:defRPr>
            </a:lvl6pPr>
            <a:lvl7pPr marL="0" marR="0" lvl="6" indent="0" algn="r" rtl="0">
              <a:spcBef>
                <a:spcPts val="0"/>
              </a:spcBef>
              <a:buNone/>
              <a:defRPr sz="1200" b="0" i="0" u="none" strike="noStrike" cap="none">
                <a:solidFill>
                  <a:srgbClr val="888A9C"/>
                </a:solidFill>
                <a:latin typeface="Calibri"/>
                <a:ea typeface="Calibri"/>
                <a:cs typeface="Calibri"/>
                <a:sym typeface="Calibri"/>
              </a:defRPr>
            </a:lvl7pPr>
            <a:lvl8pPr marL="0" marR="0" lvl="7" indent="0" algn="r" rtl="0">
              <a:spcBef>
                <a:spcPts val="0"/>
              </a:spcBef>
              <a:buNone/>
              <a:defRPr sz="1200" b="0" i="0" u="none" strike="noStrike" cap="none">
                <a:solidFill>
                  <a:srgbClr val="888A9C"/>
                </a:solidFill>
                <a:latin typeface="Calibri"/>
                <a:ea typeface="Calibri"/>
                <a:cs typeface="Calibri"/>
                <a:sym typeface="Calibri"/>
              </a:defRPr>
            </a:lvl8pPr>
            <a:lvl9pPr marL="0" marR="0" lvl="8" indent="0" algn="r" rtl="0">
              <a:spcBef>
                <a:spcPts val="0"/>
              </a:spcBef>
              <a:buNone/>
              <a:defRPr sz="1200" b="0" i="0" u="none" strike="noStrike" cap="none">
                <a:solidFill>
                  <a:srgbClr val="888A9C"/>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859536403"/>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hf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6.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7.xml.rels><?xml version="1.0" encoding="UTF-8" standalone="yes"?>
<Relationships xmlns="http://schemas.openxmlformats.org/package/2006/relationships"><Relationship Id="rId8" Type="http://schemas.microsoft.com/office/2007/relationships/diagramDrawing" Target="../diagrams/drawing5.xml"/><Relationship Id="rId3" Type="http://schemas.openxmlformats.org/officeDocument/2006/relationships/image" Target="../media/image7.png"/><Relationship Id="rId7" Type="http://schemas.openxmlformats.org/officeDocument/2006/relationships/diagramColors" Target="../diagrams/colors5.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QuickStyle" Target="../diagrams/quickStyle5.xml"/><Relationship Id="rId5" Type="http://schemas.openxmlformats.org/officeDocument/2006/relationships/diagramLayout" Target="../diagrams/layout5.xml"/><Relationship Id="rId4" Type="http://schemas.openxmlformats.org/officeDocument/2006/relationships/diagramData" Target="../diagrams/data5.xml"/></Relationships>
</file>

<file path=ppt/slides/_rels/slide8.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microsoft.com/office/2007/relationships/diagramDrawing" Target="../diagrams/drawing8.xml"/><Relationship Id="rId3" Type="http://schemas.openxmlformats.org/officeDocument/2006/relationships/image" Target="../media/image12.png"/><Relationship Id="rId7" Type="http://schemas.openxmlformats.org/officeDocument/2006/relationships/diagramColors" Target="../diagrams/colors8.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diagramQuickStyle" Target="../diagrams/quickStyle8.xml"/><Relationship Id="rId5" Type="http://schemas.openxmlformats.org/officeDocument/2006/relationships/diagramLayout" Target="../diagrams/layout8.xml"/><Relationship Id="rId4" Type="http://schemas.openxmlformats.org/officeDocument/2006/relationships/diagramData" Target="../diagrams/data8.xml"/></Relationships>
</file>

<file path=ppt/slides/_rels/slide14.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15.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2.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2.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13"/>
          <p:cNvSpPr txBox="1">
            <a:spLocks noGrp="1"/>
          </p:cNvSpPr>
          <p:nvPr>
            <p:ph type="ctrTitle"/>
          </p:nvPr>
        </p:nvSpPr>
        <p:spPr>
          <a:xfrm>
            <a:off x="0" y="1065670"/>
            <a:ext cx="9144001" cy="1470025"/>
          </a:xfrm>
          <a:prstGeom prst="rect">
            <a:avLst/>
          </a:prstGeom>
          <a:noFill/>
          <a:ln>
            <a:noFill/>
          </a:ln>
        </p:spPr>
        <p:txBody>
          <a:bodyPr spcFirstLastPara="1" wrap="square" lIns="91425" tIns="45700" rIns="91425" bIns="45700" anchor="ctr" anchorCtr="0">
            <a:noAutofit/>
          </a:bodyPr>
          <a:lstStyle/>
          <a:p>
            <a:r>
              <a:rPr lang="en-US" sz="4000" dirty="0"/>
              <a:t>Rust – Vector &amp; Tuple</a:t>
            </a:r>
            <a:endParaRPr sz="4000" dirty="0"/>
          </a:p>
        </p:txBody>
      </p:sp>
      <p:sp>
        <p:nvSpPr>
          <p:cNvPr id="100" name="Google Shape;100;p13"/>
          <p:cNvSpPr txBox="1">
            <a:spLocks noGrp="1"/>
          </p:cNvSpPr>
          <p:nvPr>
            <p:ph type="subTitle" idx="1"/>
          </p:nvPr>
        </p:nvSpPr>
        <p:spPr>
          <a:xfrm>
            <a:off x="1371600" y="2535695"/>
            <a:ext cx="6400800" cy="1216025"/>
          </a:xfrm>
          <a:prstGeom prst="rect">
            <a:avLst/>
          </a:prstGeom>
          <a:noFill/>
          <a:ln>
            <a:noFill/>
          </a:ln>
        </p:spPr>
        <p:txBody>
          <a:bodyPr spcFirstLastPara="1" wrap="square" lIns="91425" tIns="45700" rIns="91425" bIns="45700" anchor="t" anchorCtr="0">
            <a:noAutofit/>
          </a:bodyPr>
          <a:lstStyle/>
          <a:p>
            <a:pPr marL="0" lvl="0" indent="0">
              <a:spcBef>
                <a:spcPts val="0"/>
              </a:spcBef>
            </a:pPr>
            <a:r>
              <a:rPr lang="en-US" b="1" i="1" dirty="0"/>
              <a:t>Week </a:t>
            </a:r>
            <a:r>
              <a:rPr lang="en-US" i="1" dirty="0"/>
              <a:t>8</a:t>
            </a:r>
            <a:endParaRPr dirty="0"/>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2" name="Title 1"/>
          <p:cNvSpPr>
            <a:spLocks noGrp="1"/>
          </p:cNvSpPr>
          <p:nvPr>
            <p:ph type="title"/>
          </p:nvPr>
        </p:nvSpPr>
        <p:spPr/>
        <p:txBody>
          <a:bodyPr/>
          <a:lstStyle/>
          <a:p>
            <a:r>
              <a:rPr lang="en-GB" sz="4000" dirty="0"/>
              <a:t>Rust - Vector</a:t>
            </a:r>
          </a:p>
        </p:txBody>
      </p:sp>
      <p:sp>
        <p:nvSpPr>
          <p:cNvPr id="115" name="Google Shape;115;p15"/>
          <p:cNvSpPr txBox="1">
            <a:spLocks noGrp="1"/>
          </p:cNvSpPr>
          <p:nvPr>
            <p:ph type="sldNum" idx="12"/>
          </p:nvPr>
        </p:nvSpPr>
        <p:spPr>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US"/>
              <a:t>2</a:t>
            </a:fld>
            <a:endParaRPr/>
          </a:p>
        </p:txBody>
      </p:sp>
      <p:graphicFrame>
        <p:nvGraphicFramePr>
          <p:cNvPr id="5" name="Diagram 4"/>
          <p:cNvGraphicFramePr/>
          <p:nvPr>
            <p:extLst>
              <p:ext uri="{D42A27DB-BD31-4B8C-83A1-F6EECF244321}">
                <p14:modId xmlns:p14="http://schemas.microsoft.com/office/powerpoint/2010/main" val="3456501168"/>
              </p:ext>
            </p:extLst>
          </p:nvPr>
        </p:nvGraphicFramePr>
        <p:xfrm>
          <a:off x="501787" y="1378692"/>
          <a:ext cx="8351520" cy="502210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139669419"/>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graphicEl>
                                              <a:dgm id="{F072ACEB-6886-4C19-A8F0-50A4A0304CA2}"/>
                                            </p:graphicEl>
                                          </p:spTgt>
                                        </p:tgtEl>
                                        <p:attrNameLst>
                                          <p:attrName>style.visibility</p:attrName>
                                        </p:attrNameLst>
                                      </p:cBhvr>
                                      <p:to>
                                        <p:strVal val="visible"/>
                                      </p:to>
                                    </p:set>
                                    <p:animEffect transition="in" filter="fade">
                                      <p:cBhvr>
                                        <p:cTn id="7" dur="1000"/>
                                        <p:tgtEl>
                                          <p:spTgt spid="5">
                                            <p:graphicEl>
                                              <a:dgm id="{F072ACEB-6886-4C19-A8F0-50A4A0304CA2}"/>
                                            </p:graphicEl>
                                          </p:spTgt>
                                        </p:tgtEl>
                                      </p:cBhvr>
                                    </p:animEffect>
                                    <p:anim calcmode="lin" valueType="num">
                                      <p:cBhvr>
                                        <p:cTn id="8" dur="1000" fill="hold"/>
                                        <p:tgtEl>
                                          <p:spTgt spid="5">
                                            <p:graphicEl>
                                              <a:dgm id="{F072ACEB-6886-4C19-A8F0-50A4A0304CA2}"/>
                                            </p:graphicEl>
                                          </p:spTgt>
                                        </p:tgtEl>
                                        <p:attrNameLst>
                                          <p:attrName>ppt_x</p:attrName>
                                        </p:attrNameLst>
                                      </p:cBhvr>
                                      <p:tavLst>
                                        <p:tav tm="0">
                                          <p:val>
                                            <p:strVal val="#ppt_x"/>
                                          </p:val>
                                        </p:tav>
                                        <p:tav tm="100000">
                                          <p:val>
                                            <p:strVal val="#ppt_x"/>
                                          </p:val>
                                        </p:tav>
                                      </p:tavLst>
                                    </p:anim>
                                    <p:anim calcmode="lin" valueType="num">
                                      <p:cBhvr>
                                        <p:cTn id="9" dur="1000" fill="hold"/>
                                        <p:tgtEl>
                                          <p:spTgt spid="5">
                                            <p:graphicEl>
                                              <a:dgm id="{F072ACEB-6886-4C19-A8F0-50A4A0304CA2}"/>
                                            </p:graphic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graphicEl>
                                              <a:dgm id="{99447F39-7317-4202-A9CB-C725A4CBA159}"/>
                                            </p:graphicEl>
                                          </p:spTgt>
                                        </p:tgtEl>
                                        <p:attrNameLst>
                                          <p:attrName>style.visibility</p:attrName>
                                        </p:attrNameLst>
                                      </p:cBhvr>
                                      <p:to>
                                        <p:strVal val="visible"/>
                                      </p:to>
                                    </p:set>
                                    <p:animEffect transition="in" filter="fade">
                                      <p:cBhvr>
                                        <p:cTn id="14" dur="1000"/>
                                        <p:tgtEl>
                                          <p:spTgt spid="5">
                                            <p:graphicEl>
                                              <a:dgm id="{99447F39-7317-4202-A9CB-C725A4CBA159}"/>
                                            </p:graphicEl>
                                          </p:spTgt>
                                        </p:tgtEl>
                                      </p:cBhvr>
                                    </p:animEffect>
                                    <p:anim calcmode="lin" valueType="num">
                                      <p:cBhvr>
                                        <p:cTn id="15" dur="1000" fill="hold"/>
                                        <p:tgtEl>
                                          <p:spTgt spid="5">
                                            <p:graphicEl>
                                              <a:dgm id="{99447F39-7317-4202-A9CB-C725A4CBA159}"/>
                                            </p:graphicEl>
                                          </p:spTgt>
                                        </p:tgtEl>
                                        <p:attrNameLst>
                                          <p:attrName>ppt_x</p:attrName>
                                        </p:attrNameLst>
                                      </p:cBhvr>
                                      <p:tavLst>
                                        <p:tav tm="0">
                                          <p:val>
                                            <p:strVal val="#ppt_x"/>
                                          </p:val>
                                        </p:tav>
                                        <p:tav tm="100000">
                                          <p:val>
                                            <p:strVal val="#ppt_x"/>
                                          </p:val>
                                        </p:tav>
                                      </p:tavLst>
                                    </p:anim>
                                    <p:anim calcmode="lin" valueType="num">
                                      <p:cBhvr>
                                        <p:cTn id="16" dur="1000" fill="hold"/>
                                        <p:tgtEl>
                                          <p:spTgt spid="5">
                                            <p:graphicEl>
                                              <a:dgm id="{99447F39-7317-4202-A9CB-C725A4CBA159}"/>
                                            </p:graphic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
                                            <p:graphicEl>
                                              <a:dgm id="{16571029-A8DC-4DE4-ADDC-6C5C832B7797}"/>
                                            </p:graphicEl>
                                          </p:spTgt>
                                        </p:tgtEl>
                                        <p:attrNameLst>
                                          <p:attrName>style.visibility</p:attrName>
                                        </p:attrNameLst>
                                      </p:cBhvr>
                                      <p:to>
                                        <p:strVal val="visible"/>
                                      </p:to>
                                    </p:set>
                                    <p:animEffect transition="in" filter="fade">
                                      <p:cBhvr>
                                        <p:cTn id="21" dur="1000"/>
                                        <p:tgtEl>
                                          <p:spTgt spid="5">
                                            <p:graphicEl>
                                              <a:dgm id="{16571029-A8DC-4DE4-ADDC-6C5C832B7797}"/>
                                            </p:graphicEl>
                                          </p:spTgt>
                                        </p:tgtEl>
                                      </p:cBhvr>
                                    </p:animEffect>
                                    <p:anim calcmode="lin" valueType="num">
                                      <p:cBhvr>
                                        <p:cTn id="22" dur="1000" fill="hold"/>
                                        <p:tgtEl>
                                          <p:spTgt spid="5">
                                            <p:graphicEl>
                                              <a:dgm id="{16571029-A8DC-4DE4-ADDC-6C5C832B7797}"/>
                                            </p:graphicEl>
                                          </p:spTgt>
                                        </p:tgtEl>
                                        <p:attrNameLst>
                                          <p:attrName>ppt_x</p:attrName>
                                        </p:attrNameLst>
                                      </p:cBhvr>
                                      <p:tavLst>
                                        <p:tav tm="0">
                                          <p:val>
                                            <p:strVal val="#ppt_x"/>
                                          </p:val>
                                        </p:tav>
                                        <p:tav tm="100000">
                                          <p:val>
                                            <p:strVal val="#ppt_x"/>
                                          </p:val>
                                        </p:tav>
                                      </p:tavLst>
                                    </p:anim>
                                    <p:anim calcmode="lin" valueType="num">
                                      <p:cBhvr>
                                        <p:cTn id="23" dur="1000" fill="hold"/>
                                        <p:tgtEl>
                                          <p:spTgt spid="5">
                                            <p:graphicEl>
                                              <a:dgm id="{16571029-A8DC-4DE4-ADDC-6C5C832B7797}"/>
                                            </p:graphic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5">
                                            <p:graphicEl>
                                              <a:dgm id="{EBDED88D-EF8A-4CA5-BD65-7120A4718FFB}"/>
                                            </p:graphicEl>
                                          </p:spTgt>
                                        </p:tgtEl>
                                        <p:attrNameLst>
                                          <p:attrName>style.visibility</p:attrName>
                                        </p:attrNameLst>
                                      </p:cBhvr>
                                      <p:to>
                                        <p:strVal val="visible"/>
                                      </p:to>
                                    </p:set>
                                    <p:animEffect transition="in" filter="fade">
                                      <p:cBhvr>
                                        <p:cTn id="28" dur="1000"/>
                                        <p:tgtEl>
                                          <p:spTgt spid="5">
                                            <p:graphicEl>
                                              <a:dgm id="{EBDED88D-EF8A-4CA5-BD65-7120A4718FFB}"/>
                                            </p:graphicEl>
                                          </p:spTgt>
                                        </p:tgtEl>
                                      </p:cBhvr>
                                    </p:animEffect>
                                    <p:anim calcmode="lin" valueType="num">
                                      <p:cBhvr>
                                        <p:cTn id="29" dur="1000" fill="hold"/>
                                        <p:tgtEl>
                                          <p:spTgt spid="5">
                                            <p:graphicEl>
                                              <a:dgm id="{EBDED88D-EF8A-4CA5-BD65-7120A4718FFB}"/>
                                            </p:graphicEl>
                                          </p:spTgt>
                                        </p:tgtEl>
                                        <p:attrNameLst>
                                          <p:attrName>ppt_x</p:attrName>
                                        </p:attrNameLst>
                                      </p:cBhvr>
                                      <p:tavLst>
                                        <p:tav tm="0">
                                          <p:val>
                                            <p:strVal val="#ppt_x"/>
                                          </p:val>
                                        </p:tav>
                                        <p:tav tm="100000">
                                          <p:val>
                                            <p:strVal val="#ppt_x"/>
                                          </p:val>
                                        </p:tav>
                                      </p:tavLst>
                                    </p:anim>
                                    <p:anim calcmode="lin" valueType="num">
                                      <p:cBhvr>
                                        <p:cTn id="30" dur="1000" fill="hold"/>
                                        <p:tgtEl>
                                          <p:spTgt spid="5">
                                            <p:graphicEl>
                                              <a:dgm id="{EBDED88D-EF8A-4CA5-BD65-7120A4718FFB}"/>
                                            </p:graphic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5">
                                            <p:graphicEl>
                                              <a:dgm id="{6143DCC6-577B-45D5-8FAB-915DC9A0EEE1}"/>
                                            </p:graphicEl>
                                          </p:spTgt>
                                        </p:tgtEl>
                                        <p:attrNameLst>
                                          <p:attrName>style.visibility</p:attrName>
                                        </p:attrNameLst>
                                      </p:cBhvr>
                                      <p:to>
                                        <p:strVal val="visible"/>
                                      </p:to>
                                    </p:set>
                                    <p:animEffect transition="in" filter="fade">
                                      <p:cBhvr>
                                        <p:cTn id="35" dur="1000"/>
                                        <p:tgtEl>
                                          <p:spTgt spid="5">
                                            <p:graphicEl>
                                              <a:dgm id="{6143DCC6-577B-45D5-8FAB-915DC9A0EEE1}"/>
                                            </p:graphicEl>
                                          </p:spTgt>
                                        </p:tgtEl>
                                      </p:cBhvr>
                                    </p:animEffect>
                                    <p:anim calcmode="lin" valueType="num">
                                      <p:cBhvr>
                                        <p:cTn id="36" dur="1000" fill="hold"/>
                                        <p:tgtEl>
                                          <p:spTgt spid="5">
                                            <p:graphicEl>
                                              <a:dgm id="{6143DCC6-577B-45D5-8FAB-915DC9A0EEE1}"/>
                                            </p:graphicEl>
                                          </p:spTgt>
                                        </p:tgtEl>
                                        <p:attrNameLst>
                                          <p:attrName>ppt_x</p:attrName>
                                        </p:attrNameLst>
                                      </p:cBhvr>
                                      <p:tavLst>
                                        <p:tav tm="0">
                                          <p:val>
                                            <p:strVal val="#ppt_x"/>
                                          </p:val>
                                        </p:tav>
                                        <p:tav tm="100000">
                                          <p:val>
                                            <p:strVal val="#ppt_x"/>
                                          </p:val>
                                        </p:tav>
                                      </p:tavLst>
                                    </p:anim>
                                    <p:anim calcmode="lin" valueType="num">
                                      <p:cBhvr>
                                        <p:cTn id="37" dur="1000" fill="hold"/>
                                        <p:tgtEl>
                                          <p:spTgt spid="5">
                                            <p:graphicEl>
                                              <a:dgm id="{6143DCC6-577B-45D5-8FAB-915DC9A0EEE1}"/>
                                            </p:graphic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Sub>
          <a:bldDgm bld="one"/>
        </p:bldSub>
      </p:bldGraphic>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dirty="0"/>
              <a:t>Creating a vector in Rust:</a:t>
            </a:r>
          </a:p>
        </p:txBody>
      </p:sp>
      <p:sp>
        <p:nvSpPr>
          <p:cNvPr id="115" name="Google Shape;115;p15"/>
          <p:cNvSpPr txBox="1">
            <a:spLocks noGrp="1"/>
          </p:cNvSpPr>
          <p:nvPr>
            <p:ph type="sldNum" idx="12"/>
          </p:nvPr>
        </p:nvSpPr>
        <p:spPr>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US"/>
              <a:t>3</a:t>
            </a:fld>
            <a:endParaRPr/>
          </a:p>
        </p:txBody>
      </p:sp>
      <p:graphicFrame>
        <p:nvGraphicFramePr>
          <p:cNvPr id="5" name="Diagram 4"/>
          <p:cNvGraphicFramePr/>
          <p:nvPr>
            <p:extLst>
              <p:ext uri="{D42A27DB-BD31-4B8C-83A1-F6EECF244321}">
                <p14:modId xmlns:p14="http://schemas.microsoft.com/office/powerpoint/2010/main" val="1032421570"/>
              </p:ext>
            </p:extLst>
          </p:nvPr>
        </p:nvGraphicFramePr>
        <p:xfrm>
          <a:off x="457200" y="1731817"/>
          <a:ext cx="8850944" cy="437803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23564395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graphicEl>
                                              <a:dgm id="{9134EC6C-A96F-40A6-A39E-0F399741ABDE}"/>
                                            </p:graphicEl>
                                          </p:spTgt>
                                        </p:tgtEl>
                                        <p:attrNameLst>
                                          <p:attrName>style.visibility</p:attrName>
                                        </p:attrNameLst>
                                      </p:cBhvr>
                                      <p:to>
                                        <p:strVal val="visible"/>
                                      </p:to>
                                    </p:set>
                                    <p:anim calcmode="lin" valueType="num">
                                      <p:cBhvr additive="base">
                                        <p:cTn id="7" dur="500" fill="hold"/>
                                        <p:tgtEl>
                                          <p:spTgt spid="5">
                                            <p:graphicEl>
                                              <a:dgm id="{9134EC6C-A96F-40A6-A39E-0F399741ABDE}"/>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graphicEl>
                                              <a:dgm id="{9134EC6C-A96F-40A6-A39E-0F399741ABDE}"/>
                                            </p:graphic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graphicEl>
                                              <a:dgm id="{129DC892-065F-41C3-8012-9A0E68E68CC2}"/>
                                            </p:graphicEl>
                                          </p:spTgt>
                                        </p:tgtEl>
                                        <p:attrNameLst>
                                          <p:attrName>style.visibility</p:attrName>
                                        </p:attrNameLst>
                                      </p:cBhvr>
                                      <p:to>
                                        <p:strVal val="visible"/>
                                      </p:to>
                                    </p:set>
                                    <p:anim calcmode="lin" valueType="num">
                                      <p:cBhvr additive="base">
                                        <p:cTn id="13" dur="500" fill="hold"/>
                                        <p:tgtEl>
                                          <p:spTgt spid="5">
                                            <p:graphicEl>
                                              <a:dgm id="{129DC892-065F-41C3-8012-9A0E68E68CC2}"/>
                                            </p:graphic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graphicEl>
                                              <a:dgm id="{129DC892-065F-41C3-8012-9A0E68E68CC2}"/>
                                            </p:graphic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
                                            <p:graphicEl>
                                              <a:dgm id="{33EFB98C-2E23-4BF4-B6F6-FB74FF54B101}"/>
                                            </p:graphicEl>
                                          </p:spTgt>
                                        </p:tgtEl>
                                        <p:attrNameLst>
                                          <p:attrName>style.visibility</p:attrName>
                                        </p:attrNameLst>
                                      </p:cBhvr>
                                      <p:to>
                                        <p:strVal val="visible"/>
                                      </p:to>
                                    </p:set>
                                    <p:anim calcmode="lin" valueType="num">
                                      <p:cBhvr additive="base">
                                        <p:cTn id="19" dur="500" fill="hold"/>
                                        <p:tgtEl>
                                          <p:spTgt spid="5">
                                            <p:graphicEl>
                                              <a:dgm id="{33EFB98C-2E23-4BF4-B6F6-FB74FF54B101}"/>
                                            </p:graphic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graphicEl>
                                              <a:dgm id="{33EFB98C-2E23-4BF4-B6F6-FB74FF54B101}"/>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Sub>
          <a:bldDgm bld="one"/>
        </p:bldSub>
      </p:bldGraphic>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2" name="Title 1"/>
          <p:cNvSpPr>
            <a:spLocks noGrp="1"/>
          </p:cNvSpPr>
          <p:nvPr>
            <p:ph type="title"/>
          </p:nvPr>
        </p:nvSpPr>
        <p:spPr/>
        <p:txBody>
          <a:bodyPr/>
          <a:lstStyle/>
          <a:p>
            <a:pPr lvl="0"/>
            <a:r>
              <a:rPr lang="en-US" sz="4000" dirty="0"/>
              <a:t>Creating a vector in Rust</a:t>
            </a:r>
          </a:p>
        </p:txBody>
      </p:sp>
      <p:sp>
        <p:nvSpPr>
          <p:cNvPr id="115" name="Google Shape;115;p15"/>
          <p:cNvSpPr txBox="1">
            <a:spLocks noGrp="1"/>
          </p:cNvSpPr>
          <p:nvPr>
            <p:ph type="sldNum" idx="12"/>
          </p:nvPr>
        </p:nvSpPr>
        <p:spPr>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US"/>
              <a:t>4</a:t>
            </a:fld>
            <a:endParaRPr/>
          </a:p>
        </p:txBody>
      </p:sp>
      <p:sp>
        <p:nvSpPr>
          <p:cNvPr id="4" name="Rectangle 1"/>
          <p:cNvSpPr>
            <a:spLocks noChangeArrowheads="1"/>
          </p:cNvSpPr>
          <p:nvPr/>
        </p:nvSpPr>
        <p:spPr bwMode="auto">
          <a:xfrm>
            <a:off x="0" y="67017"/>
            <a:ext cx="184731" cy="323165"/>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3" name="Picture 2"/>
          <p:cNvPicPr>
            <a:picLocks noChangeAspect="1"/>
          </p:cNvPicPr>
          <p:nvPr/>
        </p:nvPicPr>
        <p:blipFill rotWithShape="1">
          <a:blip r:embed="rId3"/>
          <a:srcRect l="17203" t="5398" r="35203" b="48958"/>
          <a:stretch/>
        </p:blipFill>
        <p:spPr>
          <a:xfrm>
            <a:off x="466531" y="1662546"/>
            <a:ext cx="8222344" cy="4433454"/>
          </a:xfrm>
          <a:prstGeom prst="rect">
            <a:avLst/>
          </a:prstGeom>
        </p:spPr>
      </p:pic>
      <p:sp>
        <p:nvSpPr>
          <p:cNvPr id="8" name="Rounded Rectangle 7"/>
          <p:cNvSpPr/>
          <p:nvPr/>
        </p:nvSpPr>
        <p:spPr>
          <a:xfrm>
            <a:off x="457200" y="1517070"/>
            <a:ext cx="4992708" cy="428654"/>
          </a:xfrm>
          <a:prstGeom prst="roundRect">
            <a:avLst/>
          </a:prstGeom>
        </p:spPr>
        <p:style>
          <a:lnRef idx="3">
            <a:schemeClr val="lt1"/>
          </a:lnRef>
          <a:fillRef idx="1">
            <a:schemeClr val="dk1"/>
          </a:fillRef>
          <a:effectRef idx="1">
            <a:schemeClr val="dk1"/>
          </a:effectRef>
          <a:fontRef idx="minor">
            <a:schemeClr val="lt1"/>
          </a:fontRef>
        </p:style>
        <p:txBody>
          <a:bodyPr rtlCol="0" anchor="ctr"/>
          <a:lstStyle/>
          <a:p>
            <a:r>
              <a:rPr lang="en-US" sz="1600" b="1" i="1" dirty="0"/>
              <a:t>Practice 1: </a:t>
            </a:r>
            <a:r>
              <a:rPr lang="en-US" sz="1600" b="1" i="1" dirty="0">
                <a:solidFill>
                  <a:srgbClr val="FFFF00"/>
                </a:solidFill>
              </a:rPr>
              <a:t>week-8/practice_1/src/main.rs</a:t>
            </a:r>
          </a:p>
        </p:txBody>
      </p:sp>
      <p:sp>
        <p:nvSpPr>
          <p:cNvPr id="9" name="Rounded Rectangle 8"/>
          <p:cNvSpPr/>
          <p:nvPr/>
        </p:nvSpPr>
        <p:spPr>
          <a:xfrm>
            <a:off x="1046348" y="2509022"/>
            <a:ext cx="4764905" cy="595125"/>
          </a:xfrm>
          <a:prstGeom prst="roundRect">
            <a:avLst/>
          </a:prstGeom>
          <a:no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p:cNvSpPr/>
          <p:nvPr/>
        </p:nvSpPr>
        <p:spPr>
          <a:xfrm>
            <a:off x="1011381" y="3902496"/>
            <a:ext cx="6484293" cy="577834"/>
          </a:xfrm>
          <a:prstGeom prst="roundRect">
            <a:avLst/>
          </a:prstGeom>
          <a:no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46200120"/>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dirty="0"/>
              <a:t>Accessing a vector in Rust:</a:t>
            </a:r>
          </a:p>
        </p:txBody>
      </p:sp>
      <p:sp>
        <p:nvSpPr>
          <p:cNvPr id="115" name="Google Shape;115;p15"/>
          <p:cNvSpPr txBox="1">
            <a:spLocks noGrp="1"/>
          </p:cNvSpPr>
          <p:nvPr>
            <p:ph type="sldNum" idx="12"/>
          </p:nvPr>
        </p:nvSpPr>
        <p:spPr>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US"/>
              <a:t>5</a:t>
            </a:fld>
            <a:endParaRPr/>
          </a:p>
        </p:txBody>
      </p:sp>
      <p:graphicFrame>
        <p:nvGraphicFramePr>
          <p:cNvPr id="5" name="Diagram 4"/>
          <p:cNvGraphicFramePr/>
          <p:nvPr>
            <p:extLst>
              <p:ext uri="{D42A27DB-BD31-4B8C-83A1-F6EECF244321}">
                <p14:modId xmlns:p14="http://schemas.microsoft.com/office/powerpoint/2010/main" val="3060278534"/>
              </p:ext>
            </p:extLst>
          </p:nvPr>
        </p:nvGraphicFramePr>
        <p:xfrm>
          <a:off x="457200" y="1731817"/>
          <a:ext cx="8850944" cy="437803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61985204"/>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5">
                                            <p:graphicEl>
                                              <a:dgm id="{949A5F86-8AC8-4A4C-9959-3EC0D632DB28}"/>
                                            </p:graphicEl>
                                          </p:spTgt>
                                        </p:tgtEl>
                                        <p:attrNameLst>
                                          <p:attrName>style.visibility</p:attrName>
                                        </p:attrNameLst>
                                      </p:cBhvr>
                                      <p:to>
                                        <p:strVal val="visible"/>
                                      </p:to>
                                    </p:set>
                                    <p:anim calcmode="lin" valueType="num">
                                      <p:cBhvr additive="base">
                                        <p:cTn id="7" dur="500" fill="hold"/>
                                        <p:tgtEl>
                                          <p:spTgt spid="5">
                                            <p:graphicEl>
                                              <a:dgm id="{949A5F86-8AC8-4A4C-9959-3EC0D632DB28}"/>
                                            </p:graphicEl>
                                          </p:spTgt>
                                        </p:tgtEl>
                                        <p:attrNameLst>
                                          <p:attrName>ppt_x</p:attrName>
                                        </p:attrNameLst>
                                      </p:cBhvr>
                                      <p:tavLst>
                                        <p:tav tm="0">
                                          <p:val>
                                            <p:strVal val="1+#ppt_w/2"/>
                                          </p:val>
                                        </p:tav>
                                        <p:tav tm="100000">
                                          <p:val>
                                            <p:strVal val="#ppt_x"/>
                                          </p:val>
                                        </p:tav>
                                      </p:tavLst>
                                    </p:anim>
                                    <p:anim calcmode="lin" valueType="num">
                                      <p:cBhvr additive="base">
                                        <p:cTn id="8" dur="500" fill="hold"/>
                                        <p:tgtEl>
                                          <p:spTgt spid="5">
                                            <p:graphicEl>
                                              <a:dgm id="{949A5F86-8AC8-4A4C-9959-3EC0D632DB28}"/>
                                            </p:graphicEl>
                                          </p:spTgt>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5">
                                            <p:graphicEl>
                                              <a:dgm id="{8181DB8D-8B36-4822-A312-357CB610F3DB}"/>
                                            </p:graphicEl>
                                          </p:spTgt>
                                        </p:tgtEl>
                                        <p:attrNameLst>
                                          <p:attrName>style.visibility</p:attrName>
                                        </p:attrNameLst>
                                      </p:cBhvr>
                                      <p:to>
                                        <p:strVal val="visible"/>
                                      </p:to>
                                    </p:set>
                                    <p:anim calcmode="lin" valueType="num">
                                      <p:cBhvr additive="base">
                                        <p:cTn id="11" dur="500" fill="hold"/>
                                        <p:tgtEl>
                                          <p:spTgt spid="5">
                                            <p:graphicEl>
                                              <a:dgm id="{8181DB8D-8B36-4822-A312-357CB610F3DB}"/>
                                            </p:graphic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5">
                                            <p:graphicEl>
                                              <a:dgm id="{8181DB8D-8B36-4822-A312-357CB610F3DB}"/>
                                            </p:graphicEl>
                                          </p:spTgt>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2" fill="hold" grpId="0" nodeType="clickEffect">
                                  <p:stCondLst>
                                    <p:cond delay="0"/>
                                  </p:stCondLst>
                                  <p:childTnLst>
                                    <p:set>
                                      <p:cBhvr>
                                        <p:cTn id="16" dur="1" fill="hold">
                                          <p:stCondLst>
                                            <p:cond delay="0"/>
                                          </p:stCondLst>
                                        </p:cTn>
                                        <p:tgtEl>
                                          <p:spTgt spid="5">
                                            <p:graphicEl>
                                              <a:dgm id="{3D255D28-BBE5-4CA8-BA77-9B4634D4B5B4}"/>
                                            </p:graphicEl>
                                          </p:spTgt>
                                        </p:tgtEl>
                                        <p:attrNameLst>
                                          <p:attrName>style.visibility</p:attrName>
                                        </p:attrNameLst>
                                      </p:cBhvr>
                                      <p:to>
                                        <p:strVal val="visible"/>
                                      </p:to>
                                    </p:set>
                                    <p:anim calcmode="lin" valueType="num">
                                      <p:cBhvr additive="base">
                                        <p:cTn id="17" dur="500" fill="hold"/>
                                        <p:tgtEl>
                                          <p:spTgt spid="5">
                                            <p:graphicEl>
                                              <a:dgm id="{3D255D28-BBE5-4CA8-BA77-9B4634D4B5B4}"/>
                                            </p:graphicEl>
                                          </p:spTgt>
                                        </p:tgtEl>
                                        <p:attrNameLst>
                                          <p:attrName>ppt_x</p:attrName>
                                        </p:attrNameLst>
                                      </p:cBhvr>
                                      <p:tavLst>
                                        <p:tav tm="0">
                                          <p:val>
                                            <p:strVal val="1+#ppt_w/2"/>
                                          </p:val>
                                        </p:tav>
                                        <p:tav tm="100000">
                                          <p:val>
                                            <p:strVal val="#ppt_x"/>
                                          </p:val>
                                        </p:tav>
                                      </p:tavLst>
                                    </p:anim>
                                    <p:anim calcmode="lin" valueType="num">
                                      <p:cBhvr additive="base">
                                        <p:cTn id="18" dur="500" fill="hold"/>
                                        <p:tgtEl>
                                          <p:spTgt spid="5">
                                            <p:graphicEl>
                                              <a:dgm id="{3D255D28-BBE5-4CA8-BA77-9B4634D4B5B4}"/>
                                            </p:graphicEl>
                                          </p:spTgt>
                                        </p:tgtEl>
                                        <p:attrNameLst>
                                          <p:attrName>ppt_y</p:attrName>
                                        </p:attrNameLst>
                                      </p:cBhvr>
                                      <p:tavLst>
                                        <p:tav tm="0">
                                          <p:val>
                                            <p:strVal val="#ppt_y"/>
                                          </p:val>
                                        </p:tav>
                                        <p:tav tm="100000">
                                          <p:val>
                                            <p:strVal val="#ppt_y"/>
                                          </p:val>
                                        </p:tav>
                                      </p:tavLst>
                                    </p:anim>
                                  </p:childTnLst>
                                </p:cTn>
                              </p:par>
                              <p:par>
                                <p:cTn id="19" presetID="2" presetClass="entr" presetSubtype="2" fill="hold" grpId="0" nodeType="withEffect">
                                  <p:stCondLst>
                                    <p:cond delay="0"/>
                                  </p:stCondLst>
                                  <p:childTnLst>
                                    <p:set>
                                      <p:cBhvr>
                                        <p:cTn id="20" dur="1" fill="hold">
                                          <p:stCondLst>
                                            <p:cond delay="0"/>
                                          </p:stCondLst>
                                        </p:cTn>
                                        <p:tgtEl>
                                          <p:spTgt spid="5">
                                            <p:graphicEl>
                                              <a:dgm id="{80565B56-148E-4432-BB31-23FCD532C051}"/>
                                            </p:graphicEl>
                                          </p:spTgt>
                                        </p:tgtEl>
                                        <p:attrNameLst>
                                          <p:attrName>style.visibility</p:attrName>
                                        </p:attrNameLst>
                                      </p:cBhvr>
                                      <p:to>
                                        <p:strVal val="visible"/>
                                      </p:to>
                                    </p:set>
                                    <p:anim calcmode="lin" valueType="num">
                                      <p:cBhvr additive="base">
                                        <p:cTn id="21" dur="500" fill="hold"/>
                                        <p:tgtEl>
                                          <p:spTgt spid="5">
                                            <p:graphicEl>
                                              <a:dgm id="{80565B56-148E-4432-BB31-23FCD532C051}"/>
                                            </p:graphicEl>
                                          </p:spTgt>
                                        </p:tgtEl>
                                        <p:attrNameLst>
                                          <p:attrName>ppt_x</p:attrName>
                                        </p:attrNameLst>
                                      </p:cBhvr>
                                      <p:tavLst>
                                        <p:tav tm="0">
                                          <p:val>
                                            <p:strVal val="1+#ppt_w/2"/>
                                          </p:val>
                                        </p:tav>
                                        <p:tav tm="100000">
                                          <p:val>
                                            <p:strVal val="#ppt_x"/>
                                          </p:val>
                                        </p:tav>
                                      </p:tavLst>
                                    </p:anim>
                                    <p:anim calcmode="lin" valueType="num">
                                      <p:cBhvr additive="base">
                                        <p:cTn id="22" dur="500" fill="hold"/>
                                        <p:tgtEl>
                                          <p:spTgt spid="5">
                                            <p:graphicEl>
                                              <a:dgm id="{80565B56-148E-4432-BB31-23FCD532C051}"/>
                                            </p:graphicEl>
                                          </p:spTgt>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2" fill="hold" grpId="0" nodeType="clickEffect">
                                  <p:stCondLst>
                                    <p:cond delay="0"/>
                                  </p:stCondLst>
                                  <p:childTnLst>
                                    <p:set>
                                      <p:cBhvr>
                                        <p:cTn id="26" dur="1" fill="hold">
                                          <p:stCondLst>
                                            <p:cond delay="0"/>
                                          </p:stCondLst>
                                        </p:cTn>
                                        <p:tgtEl>
                                          <p:spTgt spid="5">
                                            <p:graphicEl>
                                              <a:dgm id="{1EEBC310-406C-4FE3-8545-946743323728}"/>
                                            </p:graphicEl>
                                          </p:spTgt>
                                        </p:tgtEl>
                                        <p:attrNameLst>
                                          <p:attrName>style.visibility</p:attrName>
                                        </p:attrNameLst>
                                      </p:cBhvr>
                                      <p:to>
                                        <p:strVal val="visible"/>
                                      </p:to>
                                    </p:set>
                                    <p:anim calcmode="lin" valueType="num">
                                      <p:cBhvr additive="base">
                                        <p:cTn id="27" dur="500" fill="hold"/>
                                        <p:tgtEl>
                                          <p:spTgt spid="5">
                                            <p:graphicEl>
                                              <a:dgm id="{1EEBC310-406C-4FE3-8545-946743323728}"/>
                                            </p:graphicEl>
                                          </p:spTgt>
                                        </p:tgtEl>
                                        <p:attrNameLst>
                                          <p:attrName>ppt_x</p:attrName>
                                        </p:attrNameLst>
                                      </p:cBhvr>
                                      <p:tavLst>
                                        <p:tav tm="0">
                                          <p:val>
                                            <p:strVal val="1+#ppt_w/2"/>
                                          </p:val>
                                        </p:tav>
                                        <p:tav tm="100000">
                                          <p:val>
                                            <p:strVal val="#ppt_x"/>
                                          </p:val>
                                        </p:tav>
                                      </p:tavLst>
                                    </p:anim>
                                    <p:anim calcmode="lin" valueType="num">
                                      <p:cBhvr additive="base">
                                        <p:cTn id="28" dur="500" fill="hold"/>
                                        <p:tgtEl>
                                          <p:spTgt spid="5">
                                            <p:graphicEl>
                                              <a:dgm id="{1EEBC310-406C-4FE3-8545-946743323728}"/>
                                            </p:graphicEl>
                                          </p:spTgt>
                                        </p:tgtEl>
                                        <p:attrNameLst>
                                          <p:attrName>ppt_y</p:attrName>
                                        </p:attrNameLst>
                                      </p:cBhvr>
                                      <p:tavLst>
                                        <p:tav tm="0">
                                          <p:val>
                                            <p:strVal val="#ppt_y"/>
                                          </p:val>
                                        </p:tav>
                                        <p:tav tm="100000">
                                          <p:val>
                                            <p:strVal val="#ppt_y"/>
                                          </p:val>
                                        </p:tav>
                                      </p:tavLst>
                                    </p:anim>
                                  </p:childTnLst>
                                </p:cTn>
                              </p:par>
                              <p:par>
                                <p:cTn id="29" presetID="2" presetClass="entr" presetSubtype="2" fill="hold" grpId="0" nodeType="withEffect">
                                  <p:stCondLst>
                                    <p:cond delay="0"/>
                                  </p:stCondLst>
                                  <p:childTnLst>
                                    <p:set>
                                      <p:cBhvr>
                                        <p:cTn id="30" dur="1" fill="hold">
                                          <p:stCondLst>
                                            <p:cond delay="0"/>
                                          </p:stCondLst>
                                        </p:cTn>
                                        <p:tgtEl>
                                          <p:spTgt spid="5">
                                            <p:graphicEl>
                                              <a:dgm id="{8CD171F9-3804-4144-9569-0A78D0C7CCE9}"/>
                                            </p:graphicEl>
                                          </p:spTgt>
                                        </p:tgtEl>
                                        <p:attrNameLst>
                                          <p:attrName>style.visibility</p:attrName>
                                        </p:attrNameLst>
                                      </p:cBhvr>
                                      <p:to>
                                        <p:strVal val="visible"/>
                                      </p:to>
                                    </p:set>
                                    <p:anim calcmode="lin" valueType="num">
                                      <p:cBhvr additive="base">
                                        <p:cTn id="31" dur="500" fill="hold"/>
                                        <p:tgtEl>
                                          <p:spTgt spid="5">
                                            <p:graphicEl>
                                              <a:dgm id="{8CD171F9-3804-4144-9569-0A78D0C7CCE9}"/>
                                            </p:graphic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5">
                                            <p:graphicEl>
                                              <a:dgm id="{8CD171F9-3804-4144-9569-0A78D0C7CCE9}"/>
                                            </p:graphic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Sub>
          <a:bldDgm bld="one"/>
        </p:bldSub>
      </p:bldGraphic>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2" name="Title 1"/>
          <p:cNvSpPr>
            <a:spLocks noGrp="1"/>
          </p:cNvSpPr>
          <p:nvPr>
            <p:ph type="title"/>
          </p:nvPr>
        </p:nvSpPr>
        <p:spPr>
          <a:ln w="3175"/>
        </p:spPr>
        <p:txBody>
          <a:bodyPr/>
          <a:lstStyle/>
          <a:p>
            <a:pPr lvl="0"/>
            <a:r>
              <a:rPr lang="en-US" sz="4000" dirty="0"/>
              <a:t>Using subscript operator</a:t>
            </a:r>
          </a:p>
        </p:txBody>
      </p:sp>
      <p:sp>
        <p:nvSpPr>
          <p:cNvPr id="115" name="Google Shape;115;p15"/>
          <p:cNvSpPr txBox="1">
            <a:spLocks noGrp="1"/>
          </p:cNvSpPr>
          <p:nvPr>
            <p:ph type="sldNum" idx="12"/>
          </p:nvPr>
        </p:nvSpPr>
        <p:spPr>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US"/>
              <a:t>6</a:t>
            </a:fld>
            <a:endParaRPr/>
          </a:p>
        </p:txBody>
      </p:sp>
      <p:sp>
        <p:nvSpPr>
          <p:cNvPr id="4" name="Rectangle 1"/>
          <p:cNvSpPr>
            <a:spLocks noChangeArrowheads="1"/>
          </p:cNvSpPr>
          <p:nvPr/>
        </p:nvSpPr>
        <p:spPr bwMode="auto">
          <a:xfrm>
            <a:off x="0" y="67017"/>
            <a:ext cx="184731" cy="323165"/>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7" name="Diagram 6"/>
          <p:cNvGraphicFramePr/>
          <p:nvPr>
            <p:extLst>
              <p:ext uri="{D42A27DB-BD31-4B8C-83A1-F6EECF244321}">
                <p14:modId xmlns:p14="http://schemas.microsoft.com/office/powerpoint/2010/main" val="2882219951"/>
              </p:ext>
            </p:extLst>
          </p:nvPr>
        </p:nvGraphicFramePr>
        <p:xfrm>
          <a:off x="417274" y="1048557"/>
          <a:ext cx="8451272" cy="1600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Rectangle 2"/>
          <p:cNvSpPr>
            <a:spLocks noChangeArrowheads="1"/>
          </p:cNvSpPr>
          <p:nvPr/>
        </p:nvSpPr>
        <p:spPr bwMode="auto">
          <a:xfrm>
            <a:off x="0" y="67017"/>
            <a:ext cx="184731" cy="323165"/>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3" name="Picture 2"/>
          <p:cNvPicPr>
            <a:picLocks noChangeAspect="1"/>
          </p:cNvPicPr>
          <p:nvPr/>
        </p:nvPicPr>
        <p:blipFill rotWithShape="1">
          <a:blip r:embed="rId8"/>
          <a:srcRect l="17097" t="5399" r="30584" b="50094"/>
          <a:stretch/>
        </p:blipFill>
        <p:spPr>
          <a:xfrm>
            <a:off x="487184" y="2645453"/>
            <a:ext cx="8311452" cy="3975147"/>
          </a:xfrm>
          <a:prstGeom prst="rect">
            <a:avLst/>
          </a:prstGeom>
        </p:spPr>
      </p:pic>
      <p:sp>
        <p:nvSpPr>
          <p:cNvPr id="10" name="Rounded Rectangle 9"/>
          <p:cNvSpPr/>
          <p:nvPr/>
        </p:nvSpPr>
        <p:spPr>
          <a:xfrm>
            <a:off x="457200" y="2292766"/>
            <a:ext cx="4992708" cy="428654"/>
          </a:xfrm>
          <a:prstGeom prst="roundRect">
            <a:avLst/>
          </a:prstGeom>
        </p:spPr>
        <p:style>
          <a:lnRef idx="3">
            <a:schemeClr val="lt1"/>
          </a:lnRef>
          <a:fillRef idx="1">
            <a:schemeClr val="dk1"/>
          </a:fillRef>
          <a:effectRef idx="1">
            <a:schemeClr val="dk1"/>
          </a:effectRef>
          <a:fontRef idx="minor">
            <a:schemeClr val="lt1"/>
          </a:fontRef>
        </p:style>
        <p:txBody>
          <a:bodyPr rtlCol="0" anchor="ctr"/>
          <a:lstStyle/>
          <a:p>
            <a:r>
              <a:rPr lang="en-US" sz="1600" b="1" i="1" dirty="0"/>
              <a:t>Practice 2: </a:t>
            </a:r>
            <a:r>
              <a:rPr lang="en-US" sz="1600" b="1" i="1" dirty="0">
                <a:solidFill>
                  <a:srgbClr val="FFFF00"/>
                </a:solidFill>
              </a:rPr>
              <a:t>week-8/practice_2/src/main.rs</a:t>
            </a:r>
          </a:p>
        </p:txBody>
      </p:sp>
      <p:sp>
        <p:nvSpPr>
          <p:cNvPr id="6" name="Rounded Rectangle 5"/>
          <p:cNvSpPr/>
          <p:nvPr/>
        </p:nvSpPr>
        <p:spPr>
          <a:xfrm>
            <a:off x="1011381" y="4301728"/>
            <a:ext cx="7044047" cy="226729"/>
          </a:xfrm>
          <a:prstGeom prst="roundRect">
            <a:avLst/>
          </a:prstGeom>
          <a:no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1572342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2" name="Title 1"/>
          <p:cNvSpPr>
            <a:spLocks noGrp="1"/>
          </p:cNvSpPr>
          <p:nvPr>
            <p:ph type="title"/>
          </p:nvPr>
        </p:nvSpPr>
        <p:spPr>
          <a:ln w="3175"/>
        </p:spPr>
        <p:txBody>
          <a:bodyPr/>
          <a:lstStyle/>
          <a:p>
            <a:pPr lvl="0"/>
            <a:r>
              <a:rPr lang="en-US" sz="4000" dirty="0"/>
              <a:t>Using get() method</a:t>
            </a:r>
          </a:p>
        </p:txBody>
      </p:sp>
      <p:pic>
        <p:nvPicPr>
          <p:cNvPr id="8" name="Picture 7"/>
          <p:cNvPicPr>
            <a:picLocks noChangeAspect="1"/>
          </p:cNvPicPr>
          <p:nvPr/>
        </p:nvPicPr>
        <p:blipFill rotWithShape="1">
          <a:blip r:embed="rId3"/>
          <a:srcRect l="17131" t="6010" r="18826" b="33798"/>
          <a:stretch/>
        </p:blipFill>
        <p:spPr>
          <a:xfrm>
            <a:off x="417273" y="2189433"/>
            <a:ext cx="8332831" cy="4403189"/>
          </a:xfrm>
          <a:prstGeom prst="rect">
            <a:avLst/>
          </a:prstGeom>
        </p:spPr>
      </p:pic>
      <p:sp>
        <p:nvSpPr>
          <p:cNvPr id="115" name="Google Shape;115;p15"/>
          <p:cNvSpPr txBox="1">
            <a:spLocks noGrp="1"/>
          </p:cNvSpPr>
          <p:nvPr>
            <p:ph type="sldNum" idx="12"/>
          </p:nvPr>
        </p:nvSpPr>
        <p:spPr>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US"/>
              <a:t>7</a:t>
            </a:fld>
            <a:endParaRPr/>
          </a:p>
        </p:txBody>
      </p:sp>
      <p:sp>
        <p:nvSpPr>
          <p:cNvPr id="4" name="Rectangle 1"/>
          <p:cNvSpPr>
            <a:spLocks noChangeArrowheads="1"/>
          </p:cNvSpPr>
          <p:nvPr/>
        </p:nvSpPr>
        <p:spPr bwMode="auto">
          <a:xfrm>
            <a:off x="0" y="67017"/>
            <a:ext cx="184731" cy="323165"/>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7" name="Diagram 6"/>
          <p:cNvGraphicFramePr/>
          <p:nvPr>
            <p:extLst>
              <p:ext uri="{D42A27DB-BD31-4B8C-83A1-F6EECF244321}">
                <p14:modId xmlns:p14="http://schemas.microsoft.com/office/powerpoint/2010/main" val="229858778"/>
              </p:ext>
            </p:extLst>
          </p:nvPr>
        </p:nvGraphicFramePr>
        <p:xfrm>
          <a:off x="417274" y="1048557"/>
          <a:ext cx="8451272" cy="16002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5" name="Rectangle 2"/>
          <p:cNvSpPr>
            <a:spLocks noChangeArrowheads="1"/>
          </p:cNvSpPr>
          <p:nvPr/>
        </p:nvSpPr>
        <p:spPr bwMode="auto">
          <a:xfrm>
            <a:off x="0" y="67017"/>
            <a:ext cx="184731" cy="323165"/>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 name="Rounded Rectangle 9"/>
          <p:cNvSpPr/>
          <p:nvPr/>
        </p:nvSpPr>
        <p:spPr>
          <a:xfrm>
            <a:off x="3757397" y="2080396"/>
            <a:ext cx="4992708" cy="428654"/>
          </a:xfrm>
          <a:prstGeom prst="roundRect">
            <a:avLst/>
          </a:prstGeom>
        </p:spPr>
        <p:style>
          <a:lnRef idx="3">
            <a:schemeClr val="lt1"/>
          </a:lnRef>
          <a:fillRef idx="1">
            <a:schemeClr val="dk1"/>
          </a:fillRef>
          <a:effectRef idx="1">
            <a:schemeClr val="dk1"/>
          </a:effectRef>
          <a:fontRef idx="minor">
            <a:schemeClr val="lt1"/>
          </a:fontRef>
        </p:style>
        <p:txBody>
          <a:bodyPr rtlCol="0" anchor="ctr"/>
          <a:lstStyle/>
          <a:p>
            <a:r>
              <a:rPr lang="en-US" sz="1600" b="1" i="1" dirty="0"/>
              <a:t>Practice 3: </a:t>
            </a:r>
            <a:r>
              <a:rPr lang="en-US" sz="1600" b="1" i="1" dirty="0">
                <a:solidFill>
                  <a:srgbClr val="FFFF00"/>
                </a:solidFill>
              </a:rPr>
              <a:t>week-8/practice_3/src/main.rs</a:t>
            </a:r>
          </a:p>
        </p:txBody>
      </p:sp>
    </p:spTree>
    <p:extLst>
      <p:ext uri="{BB962C8B-B14F-4D97-AF65-F5344CB8AC3E}">
        <p14:creationId xmlns:p14="http://schemas.microsoft.com/office/powerpoint/2010/main" val="1051468979"/>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2" name="Title 1"/>
          <p:cNvSpPr>
            <a:spLocks noGrp="1"/>
          </p:cNvSpPr>
          <p:nvPr>
            <p:ph type="title"/>
          </p:nvPr>
        </p:nvSpPr>
        <p:spPr>
          <a:ln w="3175"/>
        </p:spPr>
        <p:txBody>
          <a:bodyPr/>
          <a:lstStyle/>
          <a:p>
            <a:pPr lvl="0"/>
            <a:r>
              <a:rPr lang="en-US" sz="4000" dirty="0"/>
              <a:t>Iterating on the vector</a:t>
            </a:r>
          </a:p>
        </p:txBody>
      </p:sp>
      <p:sp>
        <p:nvSpPr>
          <p:cNvPr id="115" name="Google Shape;115;p15"/>
          <p:cNvSpPr txBox="1">
            <a:spLocks noGrp="1"/>
          </p:cNvSpPr>
          <p:nvPr>
            <p:ph type="sldNum" idx="12"/>
          </p:nvPr>
        </p:nvSpPr>
        <p:spPr>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US"/>
              <a:t>8</a:t>
            </a:fld>
            <a:endParaRPr/>
          </a:p>
        </p:txBody>
      </p:sp>
      <p:sp>
        <p:nvSpPr>
          <p:cNvPr id="4" name="Rectangle 1"/>
          <p:cNvSpPr>
            <a:spLocks noChangeArrowheads="1"/>
          </p:cNvSpPr>
          <p:nvPr/>
        </p:nvSpPr>
        <p:spPr bwMode="auto">
          <a:xfrm>
            <a:off x="0" y="67017"/>
            <a:ext cx="184731" cy="323165"/>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7" name="Diagram 6"/>
          <p:cNvGraphicFramePr/>
          <p:nvPr>
            <p:extLst>
              <p:ext uri="{D42A27DB-BD31-4B8C-83A1-F6EECF244321}">
                <p14:modId xmlns:p14="http://schemas.microsoft.com/office/powerpoint/2010/main" val="2096642905"/>
              </p:ext>
            </p:extLst>
          </p:nvPr>
        </p:nvGraphicFramePr>
        <p:xfrm>
          <a:off x="417274" y="1048557"/>
          <a:ext cx="8451272" cy="1600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Rectangle 2"/>
          <p:cNvSpPr>
            <a:spLocks noChangeArrowheads="1"/>
          </p:cNvSpPr>
          <p:nvPr/>
        </p:nvSpPr>
        <p:spPr bwMode="auto">
          <a:xfrm>
            <a:off x="0" y="67017"/>
            <a:ext cx="184731" cy="323165"/>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3" name="Picture 2"/>
          <p:cNvPicPr>
            <a:picLocks noChangeAspect="1"/>
          </p:cNvPicPr>
          <p:nvPr/>
        </p:nvPicPr>
        <p:blipFill rotWithShape="1">
          <a:blip r:embed="rId8"/>
          <a:srcRect l="17081" t="6250" r="28823" b="45230"/>
          <a:stretch/>
        </p:blipFill>
        <p:spPr>
          <a:xfrm>
            <a:off x="457199" y="2509049"/>
            <a:ext cx="7808495" cy="3937617"/>
          </a:xfrm>
          <a:prstGeom prst="rect">
            <a:avLst/>
          </a:prstGeom>
        </p:spPr>
      </p:pic>
      <p:sp>
        <p:nvSpPr>
          <p:cNvPr id="10" name="Rounded Rectangle 9"/>
          <p:cNvSpPr/>
          <p:nvPr/>
        </p:nvSpPr>
        <p:spPr>
          <a:xfrm>
            <a:off x="3272986" y="2509049"/>
            <a:ext cx="4992708" cy="428654"/>
          </a:xfrm>
          <a:prstGeom prst="roundRect">
            <a:avLst/>
          </a:prstGeom>
        </p:spPr>
        <p:style>
          <a:lnRef idx="3">
            <a:schemeClr val="lt1"/>
          </a:lnRef>
          <a:fillRef idx="1">
            <a:schemeClr val="dk1"/>
          </a:fillRef>
          <a:effectRef idx="1">
            <a:schemeClr val="dk1"/>
          </a:effectRef>
          <a:fontRef idx="minor">
            <a:schemeClr val="lt1"/>
          </a:fontRef>
        </p:style>
        <p:txBody>
          <a:bodyPr rtlCol="0" anchor="ctr"/>
          <a:lstStyle/>
          <a:p>
            <a:r>
              <a:rPr lang="en-US" sz="1600" b="1" i="1" dirty="0"/>
              <a:t>Practice 4: </a:t>
            </a:r>
            <a:r>
              <a:rPr lang="en-US" sz="1600" b="1" i="1" dirty="0">
                <a:solidFill>
                  <a:srgbClr val="FFFF00"/>
                </a:solidFill>
              </a:rPr>
              <a:t>week-8/practice_4/src/main.rs</a:t>
            </a:r>
          </a:p>
        </p:txBody>
      </p:sp>
    </p:spTree>
    <p:extLst>
      <p:ext uri="{BB962C8B-B14F-4D97-AF65-F5344CB8AC3E}">
        <p14:creationId xmlns:p14="http://schemas.microsoft.com/office/powerpoint/2010/main" val="2904430724"/>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2" name="Title 1"/>
          <p:cNvSpPr>
            <a:spLocks noGrp="1"/>
          </p:cNvSpPr>
          <p:nvPr>
            <p:ph type="title"/>
          </p:nvPr>
        </p:nvSpPr>
        <p:spPr>
          <a:ln w="3175"/>
        </p:spPr>
        <p:txBody>
          <a:bodyPr/>
          <a:lstStyle/>
          <a:p>
            <a:pPr lvl="0"/>
            <a:r>
              <a:rPr lang="en-US" sz="4000" dirty="0"/>
              <a:t>Updating a vector</a:t>
            </a:r>
          </a:p>
        </p:txBody>
      </p:sp>
      <p:sp>
        <p:nvSpPr>
          <p:cNvPr id="115" name="Google Shape;115;p15"/>
          <p:cNvSpPr txBox="1">
            <a:spLocks noGrp="1"/>
          </p:cNvSpPr>
          <p:nvPr>
            <p:ph type="sldNum" idx="12"/>
          </p:nvPr>
        </p:nvSpPr>
        <p:spPr>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US"/>
              <a:t>9</a:t>
            </a:fld>
            <a:endParaRPr/>
          </a:p>
        </p:txBody>
      </p:sp>
      <p:sp>
        <p:nvSpPr>
          <p:cNvPr id="4" name="Rectangle 1"/>
          <p:cNvSpPr>
            <a:spLocks noChangeArrowheads="1"/>
          </p:cNvSpPr>
          <p:nvPr/>
        </p:nvSpPr>
        <p:spPr bwMode="auto">
          <a:xfrm>
            <a:off x="0" y="67017"/>
            <a:ext cx="184731" cy="323165"/>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2"/>
          <p:cNvSpPr>
            <a:spLocks noChangeArrowheads="1"/>
          </p:cNvSpPr>
          <p:nvPr/>
        </p:nvSpPr>
        <p:spPr bwMode="auto">
          <a:xfrm>
            <a:off x="0" y="67017"/>
            <a:ext cx="184731" cy="323165"/>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6" name="Picture 5"/>
          <p:cNvPicPr>
            <a:picLocks noChangeAspect="1"/>
          </p:cNvPicPr>
          <p:nvPr/>
        </p:nvPicPr>
        <p:blipFill rotWithShape="1">
          <a:blip r:embed="rId3"/>
          <a:srcRect l="17450" t="5756" r="19114" b="22862"/>
          <a:stretch/>
        </p:blipFill>
        <p:spPr>
          <a:xfrm>
            <a:off x="457200" y="1361655"/>
            <a:ext cx="8253663" cy="5221707"/>
          </a:xfrm>
          <a:prstGeom prst="rect">
            <a:avLst/>
          </a:prstGeom>
        </p:spPr>
      </p:pic>
      <p:sp>
        <p:nvSpPr>
          <p:cNvPr id="10" name="Rounded Rectangle 9"/>
          <p:cNvSpPr/>
          <p:nvPr/>
        </p:nvSpPr>
        <p:spPr>
          <a:xfrm>
            <a:off x="3694092" y="1361655"/>
            <a:ext cx="4992708" cy="428654"/>
          </a:xfrm>
          <a:prstGeom prst="roundRect">
            <a:avLst/>
          </a:prstGeom>
        </p:spPr>
        <p:style>
          <a:lnRef idx="3">
            <a:schemeClr val="lt1"/>
          </a:lnRef>
          <a:fillRef idx="1">
            <a:schemeClr val="dk1"/>
          </a:fillRef>
          <a:effectRef idx="1">
            <a:schemeClr val="dk1"/>
          </a:effectRef>
          <a:fontRef idx="minor">
            <a:schemeClr val="lt1"/>
          </a:fontRef>
        </p:style>
        <p:txBody>
          <a:bodyPr rtlCol="0" anchor="ctr"/>
          <a:lstStyle/>
          <a:p>
            <a:r>
              <a:rPr lang="en-US" sz="1600" b="1" i="1" dirty="0"/>
              <a:t>Practice 5: </a:t>
            </a:r>
            <a:r>
              <a:rPr lang="en-US" sz="1600" b="1" i="1" dirty="0">
                <a:solidFill>
                  <a:srgbClr val="FFFF00"/>
                </a:solidFill>
              </a:rPr>
              <a:t>week-8/practice_5/src/main.rs</a:t>
            </a:r>
          </a:p>
        </p:txBody>
      </p:sp>
    </p:spTree>
    <p:extLst>
      <p:ext uri="{BB962C8B-B14F-4D97-AF65-F5344CB8AC3E}">
        <p14:creationId xmlns:p14="http://schemas.microsoft.com/office/powerpoint/2010/main" val="387546023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2" name="Title 1"/>
          <p:cNvSpPr>
            <a:spLocks noGrp="1"/>
          </p:cNvSpPr>
          <p:nvPr>
            <p:ph type="title"/>
          </p:nvPr>
        </p:nvSpPr>
        <p:spPr>
          <a:ln w="3175"/>
        </p:spPr>
        <p:txBody>
          <a:bodyPr/>
          <a:lstStyle/>
          <a:p>
            <a:pPr lvl="0"/>
            <a:r>
              <a:rPr lang="en-US" sz="4000" dirty="0"/>
              <a:t>Adding two vectors</a:t>
            </a:r>
          </a:p>
        </p:txBody>
      </p:sp>
      <p:sp>
        <p:nvSpPr>
          <p:cNvPr id="115" name="Google Shape;115;p15"/>
          <p:cNvSpPr txBox="1">
            <a:spLocks noGrp="1"/>
          </p:cNvSpPr>
          <p:nvPr>
            <p:ph type="sldNum" idx="12"/>
          </p:nvPr>
        </p:nvSpPr>
        <p:spPr>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US"/>
              <a:t>10</a:t>
            </a:fld>
            <a:endParaRPr/>
          </a:p>
        </p:txBody>
      </p:sp>
      <p:sp>
        <p:nvSpPr>
          <p:cNvPr id="4" name="Rectangle 1"/>
          <p:cNvSpPr>
            <a:spLocks noChangeArrowheads="1"/>
          </p:cNvSpPr>
          <p:nvPr/>
        </p:nvSpPr>
        <p:spPr bwMode="auto">
          <a:xfrm>
            <a:off x="0" y="67017"/>
            <a:ext cx="184731" cy="323165"/>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6" name="Picture 5">
            <a:extLst>
              <a:ext uri="{FF2B5EF4-FFF2-40B4-BE49-F238E27FC236}">
                <a16:creationId xmlns:a16="http://schemas.microsoft.com/office/drawing/2014/main" id="{A272B3D1-A5F5-A038-6E1F-59B42A9B2D4E}"/>
              </a:ext>
            </a:extLst>
          </p:cNvPr>
          <p:cNvPicPr>
            <a:picLocks noChangeAspect="1"/>
          </p:cNvPicPr>
          <p:nvPr/>
        </p:nvPicPr>
        <p:blipFill rotWithShape="1">
          <a:blip r:embed="rId3"/>
          <a:srcRect l="15510" t="4765" r="60816" b="56536"/>
          <a:stretch/>
        </p:blipFill>
        <p:spPr>
          <a:xfrm>
            <a:off x="494522" y="1380623"/>
            <a:ext cx="8192278" cy="4912567"/>
          </a:xfrm>
          <a:prstGeom prst="rect">
            <a:avLst/>
          </a:prstGeom>
        </p:spPr>
      </p:pic>
      <p:sp>
        <p:nvSpPr>
          <p:cNvPr id="5" name="Rectangle 2"/>
          <p:cNvSpPr>
            <a:spLocks noChangeArrowheads="1"/>
          </p:cNvSpPr>
          <p:nvPr/>
        </p:nvSpPr>
        <p:spPr bwMode="auto">
          <a:xfrm>
            <a:off x="0" y="67017"/>
            <a:ext cx="184731" cy="323165"/>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 name="Rounded Rectangle 9"/>
          <p:cNvSpPr/>
          <p:nvPr/>
        </p:nvSpPr>
        <p:spPr>
          <a:xfrm>
            <a:off x="3694092" y="1361655"/>
            <a:ext cx="4992708" cy="428654"/>
          </a:xfrm>
          <a:prstGeom prst="roundRect">
            <a:avLst/>
          </a:prstGeom>
        </p:spPr>
        <p:style>
          <a:lnRef idx="3">
            <a:schemeClr val="lt1"/>
          </a:lnRef>
          <a:fillRef idx="1">
            <a:schemeClr val="dk1"/>
          </a:fillRef>
          <a:effectRef idx="1">
            <a:schemeClr val="dk1"/>
          </a:effectRef>
          <a:fontRef idx="minor">
            <a:schemeClr val="lt1"/>
          </a:fontRef>
        </p:style>
        <p:txBody>
          <a:bodyPr rtlCol="0" anchor="ctr"/>
          <a:lstStyle/>
          <a:p>
            <a:r>
              <a:rPr lang="en-US" sz="1600" b="1" i="1" dirty="0"/>
              <a:t>Practice 6: </a:t>
            </a:r>
            <a:r>
              <a:rPr lang="en-US" sz="1600" b="1" i="1" dirty="0">
                <a:solidFill>
                  <a:srgbClr val="FFFF00"/>
                </a:solidFill>
              </a:rPr>
              <a:t>week-8/practice_6/src/main.rs</a:t>
            </a:r>
          </a:p>
        </p:txBody>
      </p:sp>
    </p:spTree>
    <p:extLst>
      <p:ext uri="{BB962C8B-B14F-4D97-AF65-F5344CB8AC3E}">
        <p14:creationId xmlns:p14="http://schemas.microsoft.com/office/powerpoint/2010/main" val="19593072"/>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dirty="0"/>
              <a:t>Rust Tuple</a:t>
            </a:r>
          </a:p>
        </p:txBody>
      </p:sp>
      <p:sp>
        <p:nvSpPr>
          <p:cNvPr id="115" name="Google Shape;115;p15"/>
          <p:cNvSpPr txBox="1">
            <a:spLocks noGrp="1"/>
          </p:cNvSpPr>
          <p:nvPr>
            <p:ph type="sldNum" idx="12"/>
          </p:nvPr>
        </p:nvSpPr>
        <p:spPr>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US"/>
              <a:t>11</a:t>
            </a:fld>
            <a:endParaRPr/>
          </a:p>
        </p:txBody>
      </p:sp>
      <p:graphicFrame>
        <p:nvGraphicFramePr>
          <p:cNvPr id="5" name="Diagram 4"/>
          <p:cNvGraphicFramePr/>
          <p:nvPr>
            <p:extLst>
              <p:ext uri="{D42A27DB-BD31-4B8C-83A1-F6EECF244321}">
                <p14:modId xmlns:p14="http://schemas.microsoft.com/office/powerpoint/2010/main" val="1661216074"/>
              </p:ext>
            </p:extLst>
          </p:nvPr>
        </p:nvGraphicFramePr>
        <p:xfrm>
          <a:off x="457200" y="1636295"/>
          <a:ext cx="8313822" cy="41869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58535183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graphicEl>
                                              <a:dgm id="{CB871717-1C24-4C24-BE64-A0DBA3E6EEA9}"/>
                                            </p:graphicEl>
                                          </p:spTgt>
                                        </p:tgtEl>
                                        <p:attrNameLst>
                                          <p:attrName>style.visibility</p:attrName>
                                        </p:attrNameLst>
                                      </p:cBhvr>
                                      <p:to>
                                        <p:strVal val="visible"/>
                                      </p:to>
                                    </p:set>
                                    <p:animEffect transition="in" filter="fade">
                                      <p:cBhvr>
                                        <p:cTn id="7" dur="1000"/>
                                        <p:tgtEl>
                                          <p:spTgt spid="5">
                                            <p:graphicEl>
                                              <a:dgm id="{CB871717-1C24-4C24-BE64-A0DBA3E6EEA9}"/>
                                            </p:graphicEl>
                                          </p:spTgt>
                                        </p:tgtEl>
                                      </p:cBhvr>
                                    </p:animEffect>
                                    <p:anim calcmode="lin" valueType="num">
                                      <p:cBhvr>
                                        <p:cTn id="8" dur="1000" fill="hold"/>
                                        <p:tgtEl>
                                          <p:spTgt spid="5">
                                            <p:graphicEl>
                                              <a:dgm id="{CB871717-1C24-4C24-BE64-A0DBA3E6EEA9}"/>
                                            </p:graphicEl>
                                          </p:spTgt>
                                        </p:tgtEl>
                                        <p:attrNameLst>
                                          <p:attrName>ppt_x</p:attrName>
                                        </p:attrNameLst>
                                      </p:cBhvr>
                                      <p:tavLst>
                                        <p:tav tm="0">
                                          <p:val>
                                            <p:strVal val="#ppt_x"/>
                                          </p:val>
                                        </p:tav>
                                        <p:tav tm="100000">
                                          <p:val>
                                            <p:strVal val="#ppt_x"/>
                                          </p:val>
                                        </p:tav>
                                      </p:tavLst>
                                    </p:anim>
                                    <p:anim calcmode="lin" valueType="num">
                                      <p:cBhvr>
                                        <p:cTn id="9" dur="1000" fill="hold"/>
                                        <p:tgtEl>
                                          <p:spTgt spid="5">
                                            <p:graphicEl>
                                              <a:dgm id="{CB871717-1C24-4C24-BE64-A0DBA3E6EEA9}"/>
                                            </p:graphic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5">
                                            <p:graphicEl>
                                              <a:dgm id="{4E7AB7B2-4C37-4681-9ECA-D2ACAAAD9B16}"/>
                                            </p:graphicEl>
                                          </p:spTgt>
                                        </p:tgtEl>
                                        <p:attrNameLst>
                                          <p:attrName>style.visibility</p:attrName>
                                        </p:attrNameLst>
                                      </p:cBhvr>
                                      <p:to>
                                        <p:strVal val="visible"/>
                                      </p:to>
                                    </p:set>
                                    <p:animEffect transition="in" filter="fade">
                                      <p:cBhvr>
                                        <p:cTn id="12" dur="1000"/>
                                        <p:tgtEl>
                                          <p:spTgt spid="5">
                                            <p:graphicEl>
                                              <a:dgm id="{4E7AB7B2-4C37-4681-9ECA-D2ACAAAD9B16}"/>
                                            </p:graphicEl>
                                          </p:spTgt>
                                        </p:tgtEl>
                                      </p:cBhvr>
                                    </p:animEffect>
                                    <p:anim calcmode="lin" valueType="num">
                                      <p:cBhvr>
                                        <p:cTn id="13" dur="1000" fill="hold"/>
                                        <p:tgtEl>
                                          <p:spTgt spid="5">
                                            <p:graphicEl>
                                              <a:dgm id="{4E7AB7B2-4C37-4681-9ECA-D2ACAAAD9B16}"/>
                                            </p:graphicEl>
                                          </p:spTgt>
                                        </p:tgtEl>
                                        <p:attrNameLst>
                                          <p:attrName>ppt_x</p:attrName>
                                        </p:attrNameLst>
                                      </p:cBhvr>
                                      <p:tavLst>
                                        <p:tav tm="0">
                                          <p:val>
                                            <p:strVal val="#ppt_x"/>
                                          </p:val>
                                        </p:tav>
                                        <p:tav tm="100000">
                                          <p:val>
                                            <p:strVal val="#ppt_x"/>
                                          </p:val>
                                        </p:tav>
                                      </p:tavLst>
                                    </p:anim>
                                    <p:anim calcmode="lin" valueType="num">
                                      <p:cBhvr>
                                        <p:cTn id="14" dur="1000" fill="hold"/>
                                        <p:tgtEl>
                                          <p:spTgt spid="5">
                                            <p:graphicEl>
                                              <a:dgm id="{4E7AB7B2-4C37-4681-9ECA-D2ACAAAD9B16}"/>
                                            </p:graphic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5">
                                            <p:graphicEl>
                                              <a:dgm id="{58B29B85-9107-41F2-A3DE-F856F4A67C34}"/>
                                            </p:graphicEl>
                                          </p:spTgt>
                                        </p:tgtEl>
                                        <p:attrNameLst>
                                          <p:attrName>style.visibility</p:attrName>
                                        </p:attrNameLst>
                                      </p:cBhvr>
                                      <p:to>
                                        <p:strVal val="visible"/>
                                      </p:to>
                                    </p:set>
                                    <p:animEffect transition="in" filter="fade">
                                      <p:cBhvr>
                                        <p:cTn id="19" dur="1000"/>
                                        <p:tgtEl>
                                          <p:spTgt spid="5">
                                            <p:graphicEl>
                                              <a:dgm id="{58B29B85-9107-41F2-A3DE-F856F4A67C34}"/>
                                            </p:graphicEl>
                                          </p:spTgt>
                                        </p:tgtEl>
                                      </p:cBhvr>
                                    </p:animEffect>
                                    <p:anim calcmode="lin" valueType="num">
                                      <p:cBhvr>
                                        <p:cTn id="20" dur="1000" fill="hold"/>
                                        <p:tgtEl>
                                          <p:spTgt spid="5">
                                            <p:graphicEl>
                                              <a:dgm id="{58B29B85-9107-41F2-A3DE-F856F4A67C34}"/>
                                            </p:graphicEl>
                                          </p:spTgt>
                                        </p:tgtEl>
                                        <p:attrNameLst>
                                          <p:attrName>ppt_x</p:attrName>
                                        </p:attrNameLst>
                                      </p:cBhvr>
                                      <p:tavLst>
                                        <p:tav tm="0">
                                          <p:val>
                                            <p:strVal val="#ppt_x"/>
                                          </p:val>
                                        </p:tav>
                                        <p:tav tm="100000">
                                          <p:val>
                                            <p:strVal val="#ppt_x"/>
                                          </p:val>
                                        </p:tav>
                                      </p:tavLst>
                                    </p:anim>
                                    <p:anim calcmode="lin" valueType="num">
                                      <p:cBhvr>
                                        <p:cTn id="21" dur="1000" fill="hold"/>
                                        <p:tgtEl>
                                          <p:spTgt spid="5">
                                            <p:graphicEl>
                                              <a:dgm id="{58B29B85-9107-41F2-A3DE-F856F4A67C34}"/>
                                            </p:graphic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5">
                                            <p:graphicEl>
                                              <a:dgm id="{E2499F21-C893-465E-AF49-6A2F61938CDC}"/>
                                            </p:graphicEl>
                                          </p:spTgt>
                                        </p:tgtEl>
                                        <p:attrNameLst>
                                          <p:attrName>style.visibility</p:attrName>
                                        </p:attrNameLst>
                                      </p:cBhvr>
                                      <p:to>
                                        <p:strVal val="visible"/>
                                      </p:to>
                                    </p:set>
                                    <p:animEffect transition="in" filter="fade">
                                      <p:cBhvr>
                                        <p:cTn id="24" dur="1000"/>
                                        <p:tgtEl>
                                          <p:spTgt spid="5">
                                            <p:graphicEl>
                                              <a:dgm id="{E2499F21-C893-465E-AF49-6A2F61938CDC}"/>
                                            </p:graphicEl>
                                          </p:spTgt>
                                        </p:tgtEl>
                                      </p:cBhvr>
                                    </p:animEffect>
                                    <p:anim calcmode="lin" valueType="num">
                                      <p:cBhvr>
                                        <p:cTn id="25" dur="1000" fill="hold"/>
                                        <p:tgtEl>
                                          <p:spTgt spid="5">
                                            <p:graphicEl>
                                              <a:dgm id="{E2499F21-C893-465E-AF49-6A2F61938CDC}"/>
                                            </p:graphicEl>
                                          </p:spTgt>
                                        </p:tgtEl>
                                        <p:attrNameLst>
                                          <p:attrName>ppt_x</p:attrName>
                                        </p:attrNameLst>
                                      </p:cBhvr>
                                      <p:tavLst>
                                        <p:tav tm="0">
                                          <p:val>
                                            <p:strVal val="#ppt_x"/>
                                          </p:val>
                                        </p:tav>
                                        <p:tav tm="100000">
                                          <p:val>
                                            <p:strVal val="#ppt_x"/>
                                          </p:val>
                                        </p:tav>
                                      </p:tavLst>
                                    </p:anim>
                                    <p:anim calcmode="lin" valueType="num">
                                      <p:cBhvr>
                                        <p:cTn id="26" dur="1000" fill="hold"/>
                                        <p:tgtEl>
                                          <p:spTgt spid="5">
                                            <p:graphicEl>
                                              <a:dgm id="{E2499F21-C893-465E-AF49-6A2F61938CDC}"/>
                                            </p:graphic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5">
                                            <p:graphicEl>
                                              <a:dgm id="{4901E331-48BD-4029-A76C-19C369452B9B}"/>
                                            </p:graphicEl>
                                          </p:spTgt>
                                        </p:tgtEl>
                                        <p:attrNameLst>
                                          <p:attrName>style.visibility</p:attrName>
                                        </p:attrNameLst>
                                      </p:cBhvr>
                                      <p:to>
                                        <p:strVal val="visible"/>
                                      </p:to>
                                    </p:set>
                                    <p:animEffect transition="in" filter="fade">
                                      <p:cBhvr>
                                        <p:cTn id="31" dur="1000"/>
                                        <p:tgtEl>
                                          <p:spTgt spid="5">
                                            <p:graphicEl>
                                              <a:dgm id="{4901E331-48BD-4029-A76C-19C369452B9B}"/>
                                            </p:graphicEl>
                                          </p:spTgt>
                                        </p:tgtEl>
                                      </p:cBhvr>
                                    </p:animEffect>
                                    <p:anim calcmode="lin" valueType="num">
                                      <p:cBhvr>
                                        <p:cTn id="32" dur="1000" fill="hold"/>
                                        <p:tgtEl>
                                          <p:spTgt spid="5">
                                            <p:graphicEl>
                                              <a:dgm id="{4901E331-48BD-4029-A76C-19C369452B9B}"/>
                                            </p:graphicEl>
                                          </p:spTgt>
                                        </p:tgtEl>
                                        <p:attrNameLst>
                                          <p:attrName>ppt_x</p:attrName>
                                        </p:attrNameLst>
                                      </p:cBhvr>
                                      <p:tavLst>
                                        <p:tav tm="0">
                                          <p:val>
                                            <p:strVal val="#ppt_x"/>
                                          </p:val>
                                        </p:tav>
                                        <p:tav tm="100000">
                                          <p:val>
                                            <p:strVal val="#ppt_x"/>
                                          </p:val>
                                        </p:tav>
                                      </p:tavLst>
                                    </p:anim>
                                    <p:anim calcmode="lin" valueType="num">
                                      <p:cBhvr>
                                        <p:cTn id="33" dur="1000" fill="hold"/>
                                        <p:tgtEl>
                                          <p:spTgt spid="5">
                                            <p:graphicEl>
                                              <a:dgm id="{4901E331-48BD-4029-A76C-19C369452B9B}"/>
                                            </p:graphicEl>
                                          </p:spTgt>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5">
                                            <p:graphicEl>
                                              <a:dgm id="{63EAA58C-A338-4A60-8E8D-054D4597478D}"/>
                                            </p:graphicEl>
                                          </p:spTgt>
                                        </p:tgtEl>
                                        <p:attrNameLst>
                                          <p:attrName>style.visibility</p:attrName>
                                        </p:attrNameLst>
                                      </p:cBhvr>
                                      <p:to>
                                        <p:strVal val="visible"/>
                                      </p:to>
                                    </p:set>
                                    <p:animEffect transition="in" filter="fade">
                                      <p:cBhvr>
                                        <p:cTn id="36" dur="1000"/>
                                        <p:tgtEl>
                                          <p:spTgt spid="5">
                                            <p:graphicEl>
                                              <a:dgm id="{63EAA58C-A338-4A60-8E8D-054D4597478D}"/>
                                            </p:graphicEl>
                                          </p:spTgt>
                                        </p:tgtEl>
                                      </p:cBhvr>
                                    </p:animEffect>
                                    <p:anim calcmode="lin" valueType="num">
                                      <p:cBhvr>
                                        <p:cTn id="37" dur="1000" fill="hold"/>
                                        <p:tgtEl>
                                          <p:spTgt spid="5">
                                            <p:graphicEl>
                                              <a:dgm id="{63EAA58C-A338-4A60-8E8D-054D4597478D}"/>
                                            </p:graphicEl>
                                          </p:spTgt>
                                        </p:tgtEl>
                                        <p:attrNameLst>
                                          <p:attrName>ppt_x</p:attrName>
                                        </p:attrNameLst>
                                      </p:cBhvr>
                                      <p:tavLst>
                                        <p:tav tm="0">
                                          <p:val>
                                            <p:strVal val="#ppt_x"/>
                                          </p:val>
                                        </p:tav>
                                        <p:tav tm="100000">
                                          <p:val>
                                            <p:strVal val="#ppt_x"/>
                                          </p:val>
                                        </p:tav>
                                      </p:tavLst>
                                    </p:anim>
                                    <p:anim calcmode="lin" valueType="num">
                                      <p:cBhvr>
                                        <p:cTn id="38" dur="1000" fill="hold"/>
                                        <p:tgtEl>
                                          <p:spTgt spid="5">
                                            <p:graphicEl>
                                              <a:dgm id="{63EAA58C-A338-4A60-8E8D-054D4597478D}"/>
                                            </p:graphicEl>
                                          </p:spTgt>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grpId="0" nodeType="clickEffect">
                                  <p:stCondLst>
                                    <p:cond delay="0"/>
                                  </p:stCondLst>
                                  <p:childTnLst>
                                    <p:set>
                                      <p:cBhvr>
                                        <p:cTn id="42" dur="1" fill="hold">
                                          <p:stCondLst>
                                            <p:cond delay="0"/>
                                          </p:stCondLst>
                                        </p:cTn>
                                        <p:tgtEl>
                                          <p:spTgt spid="5">
                                            <p:graphicEl>
                                              <a:dgm id="{6B1DD320-D9A5-4D78-AF37-2B1237B4146C}"/>
                                            </p:graphicEl>
                                          </p:spTgt>
                                        </p:tgtEl>
                                        <p:attrNameLst>
                                          <p:attrName>style.visibility</p:attrName>
                                        </p:attrNameLst>
                                      </p:cBhvr>
                                      <p:to>
                                        <p:strVal val="visible"/>
                                      </p:to>
                                    </p:set>
                                    <p:animEffect transition="in" filter="fade">
                                      <p:cBhvr>
                                        <p:cTn id="43" dur="1000"/>
                                        <p:tgtEl>
                                          <p:spTgt spid="5">
                                            <p:graphicEl>
                                              <a:dgm id="{6B1DD320-D9A5-4D78-AF37-2B1237B4146C}"/>
                                            </p:graphicEl>
                                          </p:spTgt>
                                        </p:tgtEl>
                                      </p:cBhvr>
                                    </p:animEffect>
                                    <p:anim calcmode="lin" valueType="num">
                                      <p:cBhvr>
                                        <p:cTn id="44" dur="1000" fill="hold"/>
                                        <p:tgtEl>
                                          <p:spTgt spid="5">
                                            <p:graphicEl>
                                              <a:dgm id="{6B1DD320-D9A5-4D78-AF37-2B1237B4146C}"/>
                                            </p:graphicEl>
                                          </p:spTgt>
                                        </p:tgtEl>
                                        <p:attrNameLst>
                                          <p:attrName>ppt_x</p:attrName>
                                        </p:attrNameLst>
                                      </p:cBhvr>
                                      <p:tavLst>
                                        <p:tav tm="0">
                                          <p:val>
                                            <p:strVal val="#ppt_x"/>
                                          </p:val>
                                        </p:tav>
                                        <p:tav tm="100000">
                                          <p:val>
                                            <p:strVal val="#ppt_x"/>
                                          </p:val>
                                        </p:tav>
                                      </p:tavLst>
                                    </p:anim>
                                    <p:anim calcmode="lin" valueType="num">
                                      <p:cBhvr>
                                        <p:cTn id="45" dur="1000" fill="hold"/>
                                        <p:tgtEl>
                                          <p:spTgt spid="5">
                                            <p:graphicEl>
                                              <a:dgm id="{6B1DD320-D9A5-4D78-AF37-2B1237B4146C}"/>
                                            </p:graphicEl>
                                          </p:spTgt>
                                        </p:tgtEl>
                                        <p:attrNameLst>
                                          <p:attrName>ppt_y</p:attrName>
                                        </p:attrNameLst>
                                      </p:cBhvr>
                                      <p:tavLst>
                                        <p:tav tm="0">
                                          <p:val>
                                            <p:strVal val="#ppt_y+.1"/>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5">
                                            <p:graphicEl>
                                              <a:dgm id="{F334783D-2996-4CFE-AFCF-3F44BF969AE4}"/>
                                            </p:graphicEl>
                                          </p:spTgt>
                                        </p:tgtEl>
                                        <p:attrNameLst>
                                          <p:attrName>style.visibility</p:attrName>
                                        </p:attrNameLst>
                                      </p:cBhvr>
                                      <p:to>
                                        <p:strVal val="visible"/>
                                      </p:to>
                                    </p:set>
                                    <p:animEffect transition="in" filter="fade">
                                      <p:cBhvr>
                                        <p:cTn id="48" dur="1000"/>
                                        <p:tgtEl>
                                          <p:spTgt spid="5">
                                            <p:graphicEl>
                                              <a:dgm id="{F334783D-2996-4CFE-AFCF-3F44BF969AE4}"/>
                                            </p:graphicEl>
                                          </p:spTgt>
                                        </p:tgtEl>
                                      </p:cBhvr>
                                    </p:animEffect>
                                    <p:anim calcmode="lin" valueType="num">
                                      <p:cBhvr>
                                        <p:cTn id="49" dur="1000" fill="hold"/>
                                        <p:tgtEl>
                                          <p:spTgt spid="5">
                                            <p:graphicEl>
                                              <a:dgm id="{F334783D-2996-4CFE-AFCF-3F44BF969AE4}"/>
                                            </p:graphicEl>
                                          </p:spTgt>
                                        </p:tgtEl>
                                        <p:attrNameLst>
                                          <p:attrName>ppt_x</p:attrName>
                                        </p:attrNameLst>
                                      </p:cBhvr>
                                      <p:tavLst>
                                        <p:tav tm="0">
                                          <p:val>
                                            <p:strVal val="#ppt_x"/>
                                          </p:val>
                                        </p:tav>
                                        <p:tav tm="100000">
                                          <p:val>
                                            <p:strVal val="#ppt_x"/>
                                          </p:val>
                                        </p:tav>
                                      </p:tavLst>
                                    </p:anim>
                                    <p:anim calcmode="lin" valueType="num">
                                      <p:cBhvr>
                                        <p:cTn id="50" dur="1000" fill="hold"/>
                                        <p:tgtEl>
                                          <p:spTgt spid="5">
                                            <p:graphicEl>
                                              <a:dgm id="{F334783D-2996-4CFE-AFCF-3F44BF969AE4}"/>
                                            </p:graphic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Sub>
          <a:bldDgm bld="one"/>
        </p:bldSub>
      </p:bldGraphic>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2" name="Title 1"/>
          <p:cNvSpPr>
            <a:spLocks noGrp="1"/>
          </p:cNvSpPr>
          <p:nvPr>
            <p:ph type="title"/>
          </p:nvPr>
        </p:nvSpPr>
        <p:spPr>
          <a:ln w="3175"/>
        </p:spPr>
        <p:txBody>
          <a:bodyPr/>
          <a:lstStyle/>
          <a:p>
            <a:pPr lvl="0"/>
            <a:r>
              <a:rPr lang="en-US" sz="4000" dirty="0"/>
              <a:t>Initializing &amp; Accessing Elements</a:t>
            </a:r>
          </a:p>
        </p:txBody>
      </p:sp>
      <p:sp>
        <p:nvSpPr>
          <p:cNvPr id="115" name="Google Shape;115;p15"/>
          <p:cNvSpPr txBox="1">
            <a:spLocks noGrp="1"/>
          </p:cNvSpPr>
          <p:nvPr>
            <p:ph type="sldNum" idx="12"/>
          </p:nvPr>
        </p:nvSpPr>
        <p:spPr>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US"/>
              <a:t>12</a:t>
            </a:fld>
            <a:endParaRPr/>
          </a:p>
        </p:txBody>
      </p:sp>
      <p:sp>
        <p:nvSpPr>
          <p:cNvPr id="4" name="Rectangle 1"/>
          <p:cNvSpPr>
            <a:spLocks noChangeArrowheads="1"/>
          </p:cNvSpPr>
          <p:nvPr/>
        </p:nvSpPr>
        <p:spPr bwMode="auto">
          <a:xfrm>
            <a:off x="0" y="67017"/>
            <a:ext cx="184731" cy="323165"/>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2"/>
          <p:cNvSpPr>
            <a:spLocks noChangeArrowheads="1"/>
          </p:cNvSpPr>
          <p:nvPr/>
        </p:nvSpPr>
        <p:spPr bwMode="auto">
          <a:xfrm>
            <a:off x="0" y="67017"/>
            <a:ext cx="184731" cy="323165"/>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3" name="Picture 2"/>
          <p:cNvPicPr>
            <a:picLocks noChangeAspect="1"/>
          </p:cNvPicPr>
          <p:nvPr/>
        </p:nvPicPr>
        <p:blipFill rotWithShape="1">
          <a:blip r:embed="rId3"/>
          <a:srcRect l="16989" t="5264" r="35880" b="44737"/>
          <a:stretch/>
        </p:blipFill>
        <p:spPr>
          <a:xfrm>
            <a:off x="669026" y="1676091"/>
            <a:ext cx="7921521" cy="4724709"/>
          </a:xfrm>
          <a:prstGeom prst="rect">
            <a:avLst/>
          </a:prstGeom>
        </p:spPr>
      </p:pic>
      <p:sp>
        <p:nvSpPr>
          <p:cNvPr id="10" name="Rounded Rectangle 9"/>
          <p:cNvSpPr/>
          <p:nvPr/>
        </p:nvSpPr>
        <p:spPr>
          <a:xfrm>
            <a:off x="669026" y="1310966"/>
            <a:ext cx="4992708" cy="428654"/>
          </a:xfrm>
          <a:prstGeom prst="roundRect">
            <a:avLst/>
          </a:prstGeom>
        </p:spPr>
        <p:style>
          <a:lnRef idx="3">
            <a:schemeClr val="lt1"/>
          </a:lnRef>
          <a:fillRef idx="1">
            <a:schemeClr val="dk1"/>
          </a:fillRef>
          <a:effectRef idx="1">
            <a:schemeClr val="dk1"/>
          </a:effectRef>
          <a:fontRef idx="minor">
            <a:schemeClr val="lt1"/>
          </a:fontRef>
        </p:style>
        <p:txBody>
          <a:bodyPr rtlCol="0" anchor="ctr"/>
          <a:lstStyle/>
          <a:p>
            <a:r>
              <a:rPr lang="en-US" sz="1600" b="1" i="1" dirty="0"/>
              <a:t>Practice 7: </a:t>
            </a:r>
            <a:r>
              <a:rPr lang="en-US" sz="1600" b="1" i="1" dirty="0">
                <a:solidFill>
                  <a:srgbClr val="FFFF00"/>
                </a:solidFill>
              </a:rPr>
              <a:t>week-8/practice_7/src/main.rs</a:t>
            </a:r>
          </a:p>
        </p:txBody>
      </p:sp>
    </p:spTree>
    <p:extLst>
      <p:ext uri="{BB962C8B-B14F-4D97-AF65-F5344CB8AC3E}">
        <p14:creationId xmlns:p14="http://schemas.microsoft.com/office/powerpoint/2010/main" val="332388461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2" name="Title 1"/>
          <p:cNvSpPr>
            <a:spLocks noGrp="1"/>
          </p:cNvSpPr>
          <p:nvPr>
            <p:ph type="title"/>
          </p:nvPr>
        </p:nvSpPr>
        <p:spPr>
          <a:ln w="3175"/>
        </p:spPr>
        <p:txBody>
          <a:bodyPr/>
          <a:lstStyle/>
          <a:p>
            <a:pPr lvl="0"/>
            <a:r>
              <a:rPr lang="en-US" sz="4000" dirty="0"/>
              <a:t>Mutable Tuple</a:t>
            </a:r>
          </a:p>
        </p:txBody>
      </p:sp>
      <p:sp>
        <p:nvSpPr>
          <p:cNvPr id="115" name="Google Shape;115;p15"/>
          <p:cNvSpPr txBox="1">
            <a:spLocks noGrp="1"/>
          </p:cNvSpPr>
          <p:nvPr>
            <p:ph type="sldNum" idx="12"/>
          </p:nvPr>
        </p:nvSpPr>
        <p:spPr>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US"/>
              <a:t>13</a:t>
            </a:fld>
            <a:endParaRPr/>
          </a:p>
        </p:txBody>
      </p:sp>
      <p:sp>
        <p:nvSpPr>
          <p:cNvPr id="4" name="Rectangle 1"/>
          <p:cNvSpPr>
            <a:spLocks noChangeArrowheads="1"/>
          </p:cNvSpPr>
          <p:nvPr/>
        </p:nvSpPr>
        <p:spPr bwMode="auto">
          <a:xfrm>
            <a:off x="0" y="67017"/>
            <a:ext cx="184731" cy="323165"/>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2"/>
          <p:cNvSpPr>
            <a:spLocks noChangeArrowheads="1"/>
          </p:cNvSpPr>
          <p:nvPr/>
        </p:nvSpPr>
        <p:spPr bwMode="auto">
          <a:xfrm>
            <a:off x="0" y="67017"/>
            <a:ext cx="184731" cy="323165"/>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6" name="Picture 5"/>
          <p:cNvPicPr>
            <a:picLocks noChangeAspect="1"/>
          </p:cNvPicPr>
          <p:nvPr/>
        </p:nvPicPr>
        <p:blipFill rotWithShape="1">
          <a:blip r:embed="rId3"/>
          <a:srcRect l="17542" t="5264" r="38514" b="57894"/>
          <a:stretch/>
        </p:blipFill>
        <p:spPr>
          <a:xfrm>
            <a:off x="539050" y="2813149"/>
            <a:ext cx="8065900" cy="3801978"/>
          </a:xfrm>
          <a:prstGeom prst="rect">
            <a:avLst/>
          </a:prstGeom>
        </p:spPr>
      </p:pic>
      <p:graphicFrame>
        <p:nvGraphicFramePr>
          <p:cNvPr id="9" name="Diagram 8"/>
          <p:cNvGraphicFramePr/>
          <p:nvPr>
            <p:extLst>
              <p:ext uri="{D42A27DB-BD31-4B8C-83A1-F6EECF244321}">
                <p14:modId xmlns:p14="http://schemas.microsoft.com/office/powerpoint/2010/main" val="4289655053"/>
              </p:ext>
            </p:extLst>
          </p:nvPr>
        </p:nvGraphicFramePr>
        <p:xfrm>
          <a:off x="539050" y="1281128"/>
          <a:ext cx="8451272" cy="16002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10" name="Rounded Rectangle 9"/>
          <p:cNvSpPr/>
          <p:nvPr/>
        </p:nvSpPr>
        <p:spPr>
          <a:xfrm>
            <a:off x="539050" y="2660571"/>
            <a:ext cx="4992708" cy="428654"/>
          </a:xfrm>
          <a:prstGeom prst="roundRect">
            <a:avLst/>
          </a:prstGeom>
        </p:spPr>
        <p:style>
          <a:lnRef idx="3">
            <a:schemeClr val="lt1"/>
          </a:lnRef>
          <a:fillRef idx="1">
            <a:schemeClr val="dk1"/>
          </a:fillRef>
          <a:effectRef idx="1">
            <a:schemeClr val="dk1"/>
          </a:effectRef>
          <a:fontRef idx="minor">
            <a:schemeClr val="lt1"/>
          </a:fontRef>
        </p:style>
        <p:txBody>
          <a:bodyPr rtlCol="0" anchor="ctr"/>
          <a:lstStyle/>
          <a:p>
            <a:r>
              <a:rPr lang="en-US" sz="1600" b="1" i="1" dirty="0"/>
              <a:t>Practice 8: </a:t>
            </a:r>
            <a:r>
              <a:rPr lang="en-US" sz="1600" b="1" i="1" dirty="0">
                <a:solidFill>
                  <a:srgbClr val="FFFF00"/>
                </a:solidFill>
              </a:rPr>
              <a:t>week-8/practice_8/src/main.rs</a:t>
            </a:r>
          </a:p>
        </p:txBody>
      </p:sp>
    </p:spTree>
    <p:extLst>
      <p:ext uri="{BB962C8B-B14F-4D97-AF65-F5344CB8AC3E}">
        <p14:creationId xmlns:p14="http://schemas.microsoft.com/office/powerpoint/2010/main" val="1797125829"/>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2" name="Title 1"/>
          <p:cNvSpPr>
            <a:spLocks noGrp="1"/>
          </p:cNvSpPr>
          <p:nvPr>
            <p:ph type="title"/>
          </p:nvPr>
        </p:nvSpPr>
        <p:spPr>
          <a:ln w="3175"/>
        </p:spPr>
        <p:txBody>
          <a:bodyPr/>
          <a:lstStyle/>
          <a:p>
            <a:pPr lvl="0"/>
            <a:r>
              <a:rPr lang="en-US" sz="4000" dirty="0"/>
              <a:t>Passing a Tuple as parameter</a:t>
            </a:r>
          </a:p>
        </p:txBody>
      </p:sp>
      <p:sp>
        <p:nvSpPr>
          <p:cNvPr id="115" name="Google Shape;115;p15"/>
          <p:cNvSpPr txBox="1">
            <a:spLocks noGrp="1"/>
          </p:cNvSpPr>
          <p:nvPr>
            <p:ph type="sldNum" idx="12"/>
          </p:nvPr>
        </p:nvSpPr>
        <p:spPr>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US"/>
              <a:t>14</a:t>
            </a:fld>
            <a:endParaRPr/>
          </a:p>
        </p:txBody>
      </p:sp>
      <p:sp>
        <p:nvSpPr>
          <p:cNvPr id="4" name="Rectangle 1"/>
          <p:cNvSpPr>
            <a:spLocks noChangeArrowheads="1"/>
          </p:cNvSpPr>
          <p:nvPr/>
        </p:nvSpPr>
        <p:spPr bwMode="auto">
          <a:xfrm>
            <a:off x="0" y="67017"/>
            <a:ext cx="184731" cy="323165"/>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2"/>
          <p:cNvSpPr>
            <a:spLocks noChangeArrowheads="1"/>
          </p:cNvSpPr>
          <p:nvPr/>
        </p:nvSpPr>
        <p:spPr bwMode="auto">
          <a:xfrm>
            <a:off x="0" y="67017"/>
            <a:ext cx="184731" cy="323165"/>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9" name="Diagram 8"/>
          <p:cNvGraphicFramePr/>
          <p:nvPr>
            <p:extLst>
              <p:ext uri="{D42A27DB-BD31-4B8C-83A1-F6EECF244321}">
                <p14:modId xmlns:p14="http://schemas.microsoft.com/office/powerpoint/2010/main" val="2943174888"/>
              </p:ext>
            </p:extLst>
          </p:nvPr>
        </p:nvGraphicFramePr>
        <p:xfrm>
          <a:off x="184731" y="1119257"/>
          <a:ext cx="8451272" cy="95674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3" name="Picture 2"/>
          <p:cNvPicPr>
            <a:picLocks noChangeAspect="1"/>
          </p:cNvPicPr>
          <p:nvPr/>
        </p:nvPicPr>
        <p:blipFill rotWithShape="1">
          <a:blip r:embed="rId8"/>
          <a:srcRect l="17543" t="5592" r="33355" b="52786"/>
          <a:stretch/>
        </p:blipFill>
        <p:spPr>
          <a:xfrm>
            <a:off x="647334" y="2493910"/>
            <a:ext cx="8039466" cy="3831328"/>
          </a:xfrm>
          <a:prstGeom prst="rect">
            <a:avLst/>
          </a:prstGeom>
        </p:spPr>
      </p:pic>
      <p:sp>
        <p:nvSpPr>
          <p:cNvPr id="10" name="Rounded Rectangle 9"/>
          <p:cNvSpPr/>
          <p:nvPr/>
        </p:nvSpPr>
        <p:spPr>
          <a:xfrm>
            <a:off x="647334" y="2151565"/>
            <a:ext cx="4992708" cy="428654"/>
          </a:xfrm>
          <a:prstGeom prst="roundRect">
            <a:avLst/>
          </a:prstGeom>
        </p:spPr>
        <p:style>
          <a:lnRef idx="3">
            <a:schemeClr val="lt1"/>
          </a:lnRef>
          <a:fillRef idx="1">
            <a:schemeClr val="dk1"/>
          </a:fillRef>
          <a:effectRef idx="1">
            <a:schemeClr val="dk1"/>
          </a:effectRef>
          <a:fontRef idx="minor">
            <a:schemeClr val="lt1"/>
          </a:fontRef>
        </p:style>
        <p:txBody>
          <a:bodyPr rtlCol="0" anchor="ctr"/>
          <a:lstStyle/>
          <a:p>
            <a:r>
              <a:rPr lang="en-US" sz="1600" b="1" i="1" dirty="0"/>
              <a:t>Practice 9: </a:t>
            </a:r>
            <a:r>
              <a:rPr lang="en-US" sz="1600" b="1" i="1" dirty="0">
                <a:solidFill>
                  <a:srgbClr val="FFFF00"/>
                </a:solidFill>
              </a:rPr>
              <a:t>week-8/practice_9/src/main.rs</a:t>
            </a:r>
          </a:p>
        </p:txBody>
      </p:sp>
    </p:spTree>
    <p:extLst>
      <p:ext uri="{BB962C8B-B14F-4D97-AF65-F5344CB8AC3E}">
        <p14:creationId xmlns:p14="http://schemas.microsoft.com/office/powerpoint/2010/main" val="700109854"/>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2" name="Title 1"/>
          <p:cNvSpPr>
            <a:spLocks noGrp="1"/>
          </p:cNvSpPr>
          <p:nvPr>
            <p:ph type="title"/>
          </p:nvPr>
        </p:nvSpPr>
        <p:spPr>
          <a:ln w="3175"/>
        </p:spPr>
        <p:txBody>
          <a:bodyPr/>
          <a:lstStyle/>
          <a:p>
            <a:pPr lvl="0"/>
            <a:r>
              <a:rPr lang="en-US" sz="4000" dirty="0"/>
              <a:t>Destructuring a Tuple</a:t>
            </a:r>
          </a:p>
        </p:txBody>
      </p:sp>
      <p:sp>
        <p:nvSpPr>
          <p:cNvPr id="115" name="Google Shape;115;p15"/>
          <p:cNvSpPr txBox="1">
            <a:spLocks noGrp="1"/>
          </p:cNvSpPr>
          <p:nvPr>
            <p:ph type="sldNum" idx="12"/>
          </p:nvPr>
        </p:nvSpPr>
        <p:spPr>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US"/>
              <a:t>15</a:t>
            </a:fld>
            <a:endParaRPr/>
          </a:p>
        </p:txBody>
      </p:sp>
      <p:sp>
        <p:nvSpPr>
          <p:cNvPr id="4" name="Rectangle 1"/>
          <p:cNvSpPr>
            <a:spLocks noChangeArrowheads="1"/>
          </p:cNvSpPr>
          <p:nvPr/>
        </p:nvSpPr>
        <p:spPr bwMode="auto">
          <a:xfrm>
            <a:off x="0" y="67017"/>
            <a:ext cx="184731" cy="323165"/>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2"/>
          <p:cNvSpPr>
            <a:spLocks noChangeArrowheads="1"/>
          </p:cNvSpPr>
          <p:nvPr/>
        </p:nvSpPr>
        <p:spPr bwMode="auto">
          <a:xfrm>
            <a:off x="0" y="67017"/>
            <a:ext cx="184731" cy="323165"/>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9" name="Diagram 8"/>
          <p:cNvGraphicFramePr/>
          <p:nvPr>
            <p:extLst>
              <p:ext uri="{D42A27DB-BD31-4B8C-83A1-F6EECF244321}">
                <p14:modId xmlns:p14="http://schemas.microsoft.com/office/powerpoint/2010/main" val="2550716380"/>
              </p:ext>
            </p:extLst>
          </p:nvPr>
        </p:nvGraphicFramePr>
        <p:xfrm>
          <a:off x="184731" y="1417958"/>
          <a:ext cx="8451272" cy="95674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0" name="Rounded Rectangle 9"/>
          <p:cNvSpPr/>
          <p:nvPr/>
        </p:nvSpPr>
        <p:spPr>
          <a:xfrm>
            <a:off x="647333" y="2374704"/>
            <a:ext cx="4992708" cy="428654"/>
          </a:xfrm>
          <a:prstGeom prst="roundRect">
            <a:avLst/>
          </a:prstGeom>
        </p:spPr>
        <p:style>
          <a:lnRef idx="3">
            <a:schemeClr val="lt1"/>
          </a:lnRef>
          <a:fillRef idx="1">
            <a:schemeClr val="dk1"/>
          </a:fillRef>
          <a:effectRef idx="1">
            <a:schemeClr val="dk1"/>
          </a:effectRef>
          <a:fontRef idx="minor">
            <a:schemeClr val="lt1"/>
          </a:fontRef>
        </p:style>
        <p:txBody>
          <a:bodyPr rtlCol="0" anchor="ctr"/>
          <a:lstStyle/>
          <a:p>
            <a:r>
              <a:rPr lang="en-US" sz="1600" b="1" i="1" dirty="0"/>
              <a:t>Practice 10: </a:t>
            </a:r>
            <a:r>
              <a:rPr lang="en-US" sz="1600" b="1" i="1" dirty="0">
                <a:solidFill>
                  <a:srgbClr val="FFFF00"/>
                </a:solidFill>
              </a:rPr>
              <a:t>week-8/practice_10/src/main.rs</a:t>
            </a:r>
          </a:p>
        </p:txBody>
      </p:sp>
      <p:pic>
        <p:nvPicPr>
          <p:cNvPr id="6" name="Picture 5"/>
          <p:cNvPicPr>
            <a:picLocks noChangeAspect="1"/>
          </p:cNvPicPr>
          <p:nvPr/>
        </p:nvPicPr>
        <p:blipFill rotWithShape="1">
          <a:blip r:embed="rId8"/>
          <a:srcRect l="17173" t="5592" r="29471" b="52467"/>
          <a:stretch/>
        </p:blipFill>
        <p:spPr>
          <a:xfrm>
            <a:off x="647333" y="2803358"/>
            <a:ext cx="8140097" cy="3597442"/>
          </a:xfrm>
          <a:prstGeom prst="rect">
            <a:avLst/>
          </a:prstGeom>
        </p:spPr>
      </p:pic>
    </p:spTree>
    <p:extLst>
      <p:ext uri="{BB962C8B-B14F-4D97-AF65-F5344CB8AC3E}">
        <p14:creationId xmlns:p14="http://schemas.microsoft.com/office/powerpoint/2010/main" val="268967055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dirty="0"/>
              <a:t>Rust Slice</a:t>
            </a:r>
          </a:p>
        </p:txBody>
      </p:sp>
      <p:sp>
        <p:nvSpPr>
          <p:cNvPr id="115" name="Google Shape;115;p15"/>
          <p:cNvSpPr txBox="1">
            <a:spLocks noGrp="1"/>
          </p:cNvSpPr>
          <p:nvPr>
            <p:ph type="sldNum" idx="12"/>
          </p:nvPr>
        </p:nvSpPr>
        <p:spPr>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US"/>
              <a:t>16</a:t>
            </a:fld>
            <a:endParaRPr/>
          </a:p>
        </p:txBody>
      </p:sp>
      <p:graphicFrame>
        <p:nvGraphicFramePr>
          <p:cNvPr id="5" name="Diagram 4"/>
          <p:cNvGraphicFramePr/>
          <p:nvPr>
            <p:extLst>
              <p:ext uri="{D42A27DB-BD31-4B8C-83A1-F6EECF244321}">
                <p14:modId xmlns:p14="http://schemas.microsoft.com/office/powerpoint/2010/main" val="2693756388"/>
              </p:ext>
            </p:extLst>
          </p:nvPr>
        </p:nvGraphicFramePr>
        <p:xfrm>
          <a:off x="457200" y="1754606"/>
          <a:ext cx="8313822" cy="41869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418104239"/>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AsOne/>
      </p:bldGraphic>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2" name="Title 1"/>
          <p:cNvSpPr>
            <a:spLocks noGrp="1"/>
          </p:cNvSpPr>
          <p:nvPr>
            <p:ph type="title"/>
          </p:nvPr>
        </p:nvSpPr>
        <p:spPr>
          <a:ln w="3175"/>
        </p:spPr>
        <p:txBody>
          <a:bodyPr/>
          <a:lstStyle/>
          <a:p>
            <a:pPr lvl="0"/>
            <a:r>
              <a:rPr lang="en-US" sz="4000" dirty="0"/>
              <a:t>Rust Slice</a:t>
            </a:r>
          </a:p>
        </p:txBody>
      </p:sp>
      <p:sp>
        <p:nvSpPr>
          <p:cNvPr id="115" name="Google Shape;115;p15"/>
          <p:cNvSpPr txBox="1">
            <a:spLocks noGrp="1"/>
          </p:cNvSpPr>
          <p:nvPr>
            <p:ph type="sldNum" idx="12"/>
          </p:nvPr>
        </p:nvSpPr>
        <p:spPr>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US"/>
              <a:t>17</a:t>
            </a:fld>
            <a:endParaRPr/>
          </a:p>
        </p:txBody>
      </p:sp>
      <p:sp>
        <p:nvSpPr>
          <p:cNvPr id="4" name="Rectangle 1"/>
          <p:cNvSpPr>
            <a:spLocks noChangeArrowheads="1"/>
          </p:cNvSpPr>
          <p:nvPr/>
        </p:nvSpPr>
        <p:spPr bwMode="auto">
          <a:xfrm>
            <a:off x="0" y="67017"/>
            <a:ext cx="184731" cy="323165"/>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2"/>
          <p:cNvSpPr>
            <a:spLocks noChangeArrowheads="1"/>
          </p:cNvSpPr>
          <p:nvPr/>
        </p:nvSpPr>
        <p:spPr bwMode="auto">
          <a:xfrm>
            <a:off x="0" y="67017"/>
            <a:ext cx="184731" cy="323165"/>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3" name="Picture 2"/>
          <p:cNvPicPr>
            <a:picLocks noChangeAspect="1"/>
          </p:cNvPicPr>
          <p:nvPr/>
        </p:nvPicPr>
        <p:blipFill rotWithShape="1">
          <a:blip r:embed="rId3"/>
          <a:srcRect l="17357" t="5592" r="21149" b="29112"/>
          <a:stretch/>
        </p:blipFill>
        <p:spPr>
          <a:xfrm>
            <a:off x="354589" y="1395664"/>
            <a:ext cx="8645916" cy="5161547"/>
          </a:xfrm>
          <a:prstGeom prst="rect">
            <a:avLst/>
          </a:prstGeom>
        </p:spPr>
      </p:pic>
      <p:sp>
        <p:nvSpPr>
          <p:cNvPr id="10" name="Rounded Rectangle 9"/>
          <p:cNvSpPr/>
          <p:nvPr/>
        </p:nvSpPr>
        <p:spPr>
          <a:xfrm>
            <a:off x="4007797" y="1395664"/>
            <a:ext cx="4992708" cy="428654"/>
          </a:xfrm>
          <a:prstGeom prst="roundRect">
            <a:avLst/>
          </a:prstGeom>
        </p:spPr>
        <p:style>
          <a:lnRef idx="3">
            <a:schemeClr val="lt1"/>
          </a:lnRef>
          <a:fillRef idx="1">
            <a:schemeClr val="dk1"/>
          </a:fillRef>
          <a:effectRef idx="1">
            <a:schemeClr val="dk1"/>
          </a:effectRef>
          <a:fontRef idx="minor">
            <a:schemeClr val="lt1"/>
          </a:fontRef>
        </p:style>
        <p:txBody>
          <a:bodyPr rtlCol="0" anchor="ctr"/>
          <a:lstStyle/>
          <a:p>
            <a:r>
              <a:rPr lang="en-US" sz="1600" b="1" i="1" dirty="0"/>
              <a:t>Practice 11: </a:t>
            </a:r>
            <a:r>
              <a:rPr lang="en-US" sz="1600" b="1" i="1" dirty="0">
                <a:solidFill>
                  <a:srgbClr val="FFFF00"/>
                </a:solidFill>
              </a:rPr>
              <a:t>week-8/practice_11/src/main.rs</a:t>
            </a:r>
          </a:p>
        </p:txBody>
      </p:sp>
    </p:spTree>
    <p:extLst>
      <p:ext uri="{BB962C8B-B14F-4D97-AF65-F5344CB8AC3E}">
        <p14:creationId xmlns:p14="http://schemas.microsoft.com/office/powerpoint/2010/main" val="349568838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2" name="Title 1"/>
          <p:cNvSpPr>
            <a:spLocks noGrp="1"/>
          </p:cNvSpPr>
          <p:nvPr>
            <p:ph type="title"/>
          </p:nvPr>
        </p:nvSpPr>
        <p:spPr>
          <a:ln w="3175"/>
        </p:spPr>
        <p:txBody>
          <a:bodyPr/>
          <a:lstStyle/>
          <a:p>
            <a:pPr lvl="0"/>
            <a:r>
              <a:rPr lang="en-US" sz="4000" dirty="0"/>
              <a:t>Mutable Slice in Rust</a:t>
            </a:r>
          </a:p>
        </p:txBody>
      </p:sp>
      <p:sp>
        <p:nvSpPr>
          <p:cNvPr id="115" name="Google Shape;115;p15"/>
          <p:cNvSpPr txBox="1">
            <a:spLocks noGrp="1"/>
          </p:cNvSpPr>
          <p:nvPr>
            <p:ph type="sldNum" idx="12"/>
          </p:nvPr>
        </p:nvSpPr>
        <p:spPr>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US"/>
              <a:t>18</a:t>
            </a:fld>
            <a:endParaRPr/>
          </a:p>
        </p:txBody>
      </p:sp>
      <p:sp>
        <p:nvSpPr>
          <p:cNvPr id="4" name="Rectangle 1"/>
          <p:cNvSpPr>
            <a:spLocks noChangeArrowheads="1"/>
          </p:cNvSpPr>
          <p:nvPr/>
        </p:nvSpPr>
        <p:spPr bwMode="auto">
          <a:xfrm>
            <a:off x="0" y="67017"/>
            <a:ext cx="184731" cy="323165"/>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2"/>
          <p:cNvSpPr>
            <a:spLocks noChangeArrowheads="1"/>
          </p:cNvSpPr>
          <p:nvPr/>
        </p:nvSpPr>
        <p:spPr bwMode="auto">
          <a:xfrm>
            <a:off x="0" y="67017"/>
            <a:ext cx="184731" cy="323165"/>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 name="Rounded Rectangle 9"/>
          <p:cNvSpPr/>
          <p:nvPr/>
        </p:nvSpPr>
        <p:spPr>
          <a:xfrm>
            <a:off x="625642" y="1459834"/>
            <a:ext cx="4992708" cy="428654"/>
          </a:xfrm>
          <a:prstGeom prst="roundRect">
            <a:avLst/>
          </a:prstGeom>
        </p:spPr>
        <p:style>
          <a:lnRef idx="3">
            <a:schemeClr val="lt1"/>
          </a:lnRef>
          <a:fillRef idx="1">
            <a:schemeClr val="dk1"/>
          </a:fillRef>
          <a:effectRef idx="1">
            <a:schemeClr val="dk1"/>
          </a:effectRef>
          <a:fontRef idx="minor">
            <a:schemeClr val="lt1"/>
          </a:fontRef>
        </p:style>
        <p:txBody>
          <a:bodyPr rtlCol="0" anchor="ctr"/>
          <a:lstStyle/>
          <a:p>
            <a:r>
              <a:rPr lang="en-US" sz="1600" b="1" i="1" dirty="0"/>
              <a:t>Practice 12: </a:t>
            </a:r>
            <a:r>
              <a:rPr lang="en-US" sz="1600" b="1" i="1" dirty="0">
                <a:solidFill>
                  <a:srgbClr val="FFFF00"/>
                </a:solidFill>
              </a:rPr>
              <a:t>week-8/practice_12/src/main.rs</a:t>
            </a:r>
          </a:p>
        </p:txBody>
      </p:sp>
      <p:pic>
        <p:nvPicPr>
          <p:cNvPr id="6" name="Picture 5"/>
          <p:cNvPicPr>
            <a:picLocks noChangeAspect="1"/>
          </p:cNvPicPr>
          <p:nvPr/>
        </p:nvPicPr>
        <p:blipFill rotWithShape="1">
          <a:blip r:embed="rId3"/>
          <a:srcRect l="17172" t="5756" r="35866" b="46414"/>
          <a:stretch/>
        </p:blipFill>
        <p:spPr>
          <a:xfrm>
            <a:off x="625642" y="1960677"/>
            <a:ext cx="7628021" cy="4367934"/>
          </a:xfrm>
          <a:prstGeom prst="rect">
            <a:avLst/>
          </a:prstGeom>
        </p:spPr>
      </p:pic>
    </p:spTree>
    <p:extLst>
      <p:ext uri="{BB962C8B-B14F-4D97-AF65-F5344CB8AC3E}">
        <p14:creationId xmlns:p14="http://schemas.microsoft.com/office/powerpoint/2010/main" val="282922933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B700C7-7F49-77BE-1DFD-C6710BFF9553}"/>
              </a:ext>
            </a:extLst>
          </p:cNvPr>
          <p:cNvSpPr>
            <a:spLocks noGrp="1"/>
          </p:cNvSpPr>
          <p:nvPr>
            <p:ph type="ctrTitle"/>
          </p:nvPr>
        </p:nvSpPr>
        <p:spPr/>
        <p:txBody>
          <a:bodyPr/>
          <a:lstStyle/>
          <a:p>
            <a:r>
              <a:rPr lang="en-US" dirty="0"/>
              <a:t>Class Projects</a:t>
            </a:r>
          </a:p>
        </p:txBody>
      </p:sp>
    </p:spTree>
    <p:extLst>
      <p:ext uri="{BB962C8B-B14F-4D97-AF65-F5344CB8AC3E}">
        <p14:creationId xmlns:p14="http://schemas.microsoft.com/office/powerpoint/2010/main" val="366333027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76200"/>
            <a:ext cx="8399417" cy="1143000"/>
          </a:xfrm>
        </p:spPr>
        <p:txBody>
          <a:bodyPr/>
          <a:lstStyle/>
          <a:p>
            <a:pPr fontAlgn="base"/>
            <a:r>
              <a:rPr lang="en-US" dirty="0"/>
              <a:t>Class Project I</a:t>
            </a:r>
          </a:p>
        </p:txBody>
      </p:sp>
      <p:sp>
        <p:nvSpPr>
          <p:cNvPr id="3" name="Slide Number Placeholder 2"/>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20</a:t>
            </a:fld>
            <a:endParaRPr lang="en-US"/>
          </a:p>
        </p:txBody>
      </p:sp>
      <p:graphicFrame>
        <p:nvGraphicFramePr>
          <p:cNvPr id="5" name="Diagram 4"/>
          <p:cNvGraphicFramePr/>
          <p:nvPr>
            <p:extLst>
              <p:ext uri="{D42A27DB-BD31-4B8C-83A1-F6EECF244321}">
                <p14:modId xmlns:p14="http://schemas.microsoft.com/office/powerpoint/2010/main" val="2133240881"/>
              </p:ext>
            </p:extLst>
          </p:nvPr>
        </p:nvGraphicFramePr>
        <p:xfrm>
          <a:off x="870730" y="1487342"/>
          <a:ext cx="7985886" cy="124200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7" name="Table 6"/>
          <p:cNvGraphicFramePr>
            <a:graphicFrameLocks noGrp="1"/>
          </p:cNvGraphicFramePr>
          <p:nvPr/>
        </p:nvGraphicFramePr>
        <p:xfrm>
          <a:off x="900220" y="2757058"/>
          <a:ext cx="7956395" cy="3600450"/>
        </p:xfrm>
        <a:graphic>
          <a:graphicData uri="http://schemas.openxmlformats.org/drawingml/2006/table">
            <a:tbl>
              <a:tblPr>
                <a:tableStyleId>{5C22544A-7EE6-4342-B048-85BDC9FD1C3A}</a:tableStyleId>
              </a:tblPr>
              <a:tblGrid>
                <a:gridCol w="1591279">
                  <a:extLst>
                    <a:ext uri="{9D8B030D-6E8A-4147-A177-3AD203B41FA5}">
                      <a16:colId xmlns:a16="http://schemas.microsoft.com/office/drawing/2014/main" val="621671301"/>
                    </a:ext>
                  </a:extLst>
                </a:gridCol>
                <a:gridCol w="1591279">
                  <a:extLst>
                    <a:ext uri="{9D8B030D-6E8A-4147-A177-3AD203B41FA5}">
                      <a16:colId xmlns:a16="http://schemas.microsoft.com/office/drawing/2014/main" val="3674747278"/>
                    </a:ext>
                  </a:extLst>
                </a:gridCol>
                <a:gridCol w="1591279">
                  <a:extLst>
                    <a:ext uri="{9D8B030D-6E8A-4147-A177-3AD203B41FA5}">
                      <a16:colId xmlns:a16="http://schemas.microsoft.com/office/drawing/2014/main" val="457984118"/>
                    </a:ext>
                  </a:extLst>
                </a:gridCol>
                <a:gridCol w="1591279">
                  <a:extLst>
                    <a:ext uri="{9D8B030D-6E8A-4147-A177-3AD203B41FA5}">
                      <a16:colId xmlns:a16="http://schemas.microsoft.com/office/drawing/2014/main" val="3170719689"/>
                    </a:ext>
                  </a:extLst>
                </a:gridCol>
                <a:gridCol w="1591279">
                  <a:extLst>
                    <a:ext uri="{9D8B030D-6E8A-4147-A177-3AD203B41FA5}">
                      <a16:colId xmlns:a16="http://schemas.microsoft.com/office/drawing/2014/main" val="3522195425"/>
                    </a:ext>
                  </a:extLst>
                </a:gridCol>
              </a:tblGrid>
              <a:tr h="514350">
                <a:tc>
                  <a:txBody>
                    <a:bodyPr/>
                    <a:lstStyle/>
                    <a:p>
                      <a:pPr algn="ctr" fontAlgn="ctr"/>
                      <a:r>
                        <a:rPr lang="en-US" sz="1400" u="none" strike="noStrike">
                          <a:solidFill>
                            <a:schemeClr val="bg1"/>
                          </a:solidFill>
                          <a:effectLst/>
                        </a:rPr>
                        <a:t>Public Servant</a:t>
                      </a:r>
                      <a:endParaRPr lang="en-US" sz="1400" b="1" i="0" u="none" strike="noStrike">
                        <a:solidFill>
                          <a:schemeClr val="bg1"/>
                        </a:solidFill>
                        <a:effectLst/>
                        <a:latin typeface="Droid Sans"/>
                      </a:endParaRPr>
                    </a:p>
                  </a:txBody>
                  <a:tcPr marL="9525" marR="9525" marT="9525" marB="0" anchor="ctr">
                    <a:solidFill>
                      <a:srgbClr val="C00000"/>
                    </a:solidFill>
                  </a:tcPr>
                </a:tc>
                <a:tc>
                  <a:txBody>
                    <a:bodyPr/>
                    <a:lstStyle/>
                    <a:p>
                      <a:pPr algn="ctr" fontAlgn="ctr"/>
                      <a:r>
                        <a:rPr lang="en-US" sz="1400" u="none" strike="noStrike">
                          <a:solidFill>
                            <a:schemeClr val="bg1"/>
                          </a:solidFill>
                          <a:effectLst/>
                        </a:rPr>
                        <a:t>Office Administrator</a:t>
                      </a:r>
                      <a:endParaRPr lang="en-US" sz="1400" b="1" i="0" u="none" strike="noStrike">
                        <a:solidFill>
                          <a:schemeClr val="bg1"/>
                        </a:solidFill>
                        <a:effectLst/>
                        <a:latin typeface="Droid Sans"/>
                      </a:endParaRPr>
                    </a:p>
                  </a:txBody>
                  <a:tcPr marL="9525" marR="9525" marT="9525" marB="0" anchor="ctr">
                    <a:solidFill>
                      <a:schemeClr val="accent2"/>
                    </a:solidFill>
                  </a:tcPr>
                </a:tc>
                <a:tc>
                  <a:txBody>
                    <a:bodyPr/>
                    <a:lstStyle/>
                    <a:p>
                      <a:pPr algn="ctr" fontAlgn="ctr"/>
                      <a:r>
                        <a:rPr lang="en-US" sz="1400" u="none" strike="noStrike">
                          <a:solidFill>
                            <a:schemeClr val="bg1"/>
                          </a:solidFill>
                          <a:effectLst/>
                        </a:rPr>
                        <a:t>Academic</a:t>
                      </a:r>
                      <a:endParaRPr lang="en-US" sz="1400" b="1" i="0" u="none" strike="noStrike">
                        <a:solidFill>
                          <a:schemeClr val="bg1"/>
                        </a:solidFill>
                        <a:effectLst/>
                        <a:latin typeface="Droid Sans"/>
                      </a:endParaRPr>
                    </a:p>
                  </a:txBody>
                  <a:tcPr marL="9525" marR="9525" marT="9525" marB="0" anchor="ctr">
                    <a:solidFill>
                      <a:schemeClr val="accent2"/>
                    </a:solidFill>
                  </a:tcPr>
                </a:tc>
                <a:tc>
                  <a:txBody>
                    <a:bodyPr/>
                    <a:lstStyle/>
                    <a:p>
                      <a:pPr algn="ctr" fontAlgn="ctr"/>
                      <a:r>
                        <a:rPr lang="en-US" sz="1400" u="none" strike="noStrike">
                          <a:solidFill>
                            <a:schemeClr val="bg1"/>
                          </a:solidFill>
                          <a:effectLst/>
                        </a:rPr>
                        <a:t>Lawyer</a:t>
                      </a:r>
                      <a:endParaRPr lang="en-US" sz="1400" b="1" i="0" u="none" strike="noStrike">
                        <a:solidFill>
                          <a:schemeClr val="bg1"/>
                        </a:solidFill>
                        <a:effectLst/>
                        <a:latin typeface="Droid Sans"/>
                      </a:endParaRPr>
                    </a:p>
                  </a:txBody>
                  <a:tcPr marL="9525" marR="9525" marT="9525" marB="0" anchor="ctr">
                    <a:solidFill>
                      <a:schemeClr val="accent2"/>
                    </a:solidFill>
                  </a:tcPr>
                </a:tc>
                <a:tc>
                  <a:txBody>
                    <a:bodyPr/>
                    <a:lstStyle/>
                    <a:p>
                      <a:pPr algn="ctr" fontAlgn="ctr"/>
                      <a:r>
                        <a:rPr lang="en-US" sz="1400" u="none" strike="noStrike" dirty="0">
                          <a:solidFill>
                            <a:schemeClr val="bg1"/>
                          </a:solidFill>
                          <a:effectLst/>
                        </a:rPr>
                        <a:t>Teacher</a:t>
                      </a:r>
                      <a:endParaRPr lang="en-US" sz="1400" b="1" i="0" u="none" strike="noStrike" dirty="0">
                        <a:solidFill>
                          <a:schemeClr val="bg1"/>
                        </a:solidFill>
                        <a:effectLst/>
                        <a:latin typeface="Droid Sans"/>
                      </a:endParaRPr>
                    </a:p>
                  </a:txBody>
                  <a:tcPr marL="9525" marR="9525" marT="9525" marB="0" anchor="ctr">
                    <a:solidFill>
                      <a:schemeClr val="accent2"/>
                    </a:solidFill>
                  </a:tcPr>
                </a:tc>
                <a:extLst>
                  <a:ext uri="{0D108BD9-81ED-4DB2-BD59-A6C34878D82A}">
                    <a16:rowId xmlns:a16="http://schemas.microsoft.com/office/drawing/2014/main" val="1101938829"/>
                  </a:ext>
                </a:extLst>
              </a:tr>
              <a:tr h="514350">
                <a:tc>
                  <a:txBody>
                    <a:bodyPr/>
                    <a:lstStyle/>
                    <a:p>
                      <a:pPr algn="ctr" fontAlgn="ctr"/>
                      <a:r>
                        <a:rPr lang="en-US" sz="1200" u="sng" strike="noStrike" dirty="0">
                          <a:solidFill>
                            <a:schemeClr val="bg1"/>
                          </a:solidFill>
                          <a:effectLst/>
                        </a:rPr>
                        <a:t>APS 1-2</a:t>
                      </a:r>
                      <a:endParaRPr lang="en-US" sz="1200" b="0" i="0" u="sng" strike="noStrike" dirty="0">
                        <a:solidFill>
                          <a:schemeClr val="bg1"/>
                        </a:solidFill>
                        <a:effectLst/>
                        <a:latin typeface="Calibri" panose="020F0502020204030204" pitchFamily="34" charset="0"/>
                      </a:endParaRPr>
                    </a:p>
                  </a:txBody>
                  <a:tcPr marL="9525" marR="9525" marT="9525" marB="0" anchor="ctr">
                    <a:solidFill>
                      <a:srgbClr val="C00000"/>
                    </a:solidFill>
                  </a:tcPr>
                </a:tc>
                <a:tc>
                  <a:txBody>
                    <a:bodyPr/>
                    <a:lstStyle/>
                    <a:p>
                      <a:pPr algn="ctr" fontAlgn="ctr"/>
                      <a:r>
                        <a:rPr lang="en-US" sz="1400" u="none" strike="noStrike">
                          <a:effectLst/>
                        </a:rPr>
                        <a:t>Intern</a:t>
                      </a:r>
                      <a:endParaRPr lang="en-US" sz="1400" b="0" i="0" u="none" strike="noStrike">
                        <a:solidFill>
                          <a:srgbClr val="333333"/>
                        </a:solidFill>
                        <a:effectLst/>
                        <a:latin typeface="Droid Sans"/>
                      </a:endParaRPr>
                    </a:p>
                  </a:txBody>
                  <a:tcPr marL="9525" marR="9525" marT="9525" marB="0" anchor="ctr"/>
                </a:tc>
                <a:tc>
                  <a:txBody>
                    <a:bodyPr/>
                    <a:lstStyle/>
                    <a:p>
                      <a:pPr algn="ctr" fontAlgn="ctr"/>
                      <a:r>
                        <a:rPr lang="en-US" sz="1400" u="none" strike="noStrike">
                          <a:effectLst/>
                        </a:rPr>
                        <a:t>–</a:t>
                      </a:r>
                      <a:endParaRPr lang="en-US" sz="1400" b="0" i="0" u="none" strike="noStrike">
                        <a:solidFill>
                          <a:srgbClr val="333333"/>
                        </a:solidFill>
                        <a:effectLst/>
                        <a:latin typeface="Droid Sans"/>
                      </a:endParaRPr>
                    </a:p>
                  </a:txBody>
                  <a:tcPr marL="9525" marR="9525" marT="9525" marB="0" anchor="ctr"/>
                </a:tc>
                <a:tc>
                  <a:txBody>
                    <a:bodyPr/>
                    <a:lstStyle/>
                    <a:p>
                      <a:pPr algn="ctr" fontAlgn="ctr"/>
                      <a:r>
                        <a:rPr lang="en-US" sz="1400" u="none" strike="noStrike">
                          <a:effectLst/>
                        </a:rPr>
                        <a:t>Paralegal</a:t>
                      </a:r>
                      <a:endParaRPr lang="en-US" sz="1400" b="0" i="0" u="none" strike="noStrike">
                        <a:solidFill>
                          <a:srgbClr val="333333"/>
                        </a:solidFill>
                        <a:effectLst/>
                        <a:latin typeface="Droid Sans"/>
                      </a:endParaRPr>
                    </a:p>
                  </a:txBody>
                  <a:tcPr marL="9525" marR="9525" marT="9525" marB="0" anchor="ctr"/>
                </a:tc>
                <a:tc>
                  <a:txBody>
                    <a:bodyPr/>
                    <a:lstStyle/>
                    <a:p>
                      <a:pPr algn="ctr" fontAlgn="ctr"/>
                      <a:r>
                        <a:rPr lang="en-US" sz="1400" u="none" strike="noStrike" dirty="0">
                          <a:effectLst/>
                        </a:rPr>
                        <a:t>Placement</a:t>
                      </a:r>
                      <a:endParaRPr lang="en-US" sz="1400" b="0" i="0" u="none" strike="noStrike" dirty="0">
                        <a:solidFill>
                          <a:srgbClr val="333333"/>
                        </a:solidFill>
                        <a:effectLst/>
                        <a:latin typeface="Droid Sans"/>
                      </a:endParaRPr>
                    </a:p>
                  </a:txBody>
                  <a:tcPr marL="9525" marR="9525" marT="9525" marB="0" anchor="ctr"/>
                </a:tc>
                <a:extLst>
                  <a:ext uri="{0D108BD9-81ED-4DB2-BD59-A6C34878D82A}">
                    <a16:rowId xmlns:a16="http://schemas.microsoft.com/office/drawing/2014/main" val="3444739135"/>
                  </a:ext>
                </a:extLst>
              </a:tr>
              <a:tr h="514350">
                <a:tc>
                  <a:txBody>
                    <a:bodyPr/>
                    <a:lstStyle/>
                    <a:p>
                      <a:pPr algn="ctr" fontAlgn="ctr"/>
                      <a:r>
                        <a:rPr lang="en-US" sz="1200" u="sng" strike="noStrike" dirty="0">
                          <a:solidFill>
                            <a:schemeClr val="bg1"/>
                          </a:solidFill>
                          <a:effectLst/>
                        </a:rPr>
                        <a:t>APS 3-5</a:t>
                      </a:r>
                      <a:endParaRPr lang="en-US" sz="1200" b="0" i="0" u="sng" strike="noStrike" dirty="0">
                        <a:solidFill>
                          <a:schemeClr val="bg1"/>
                        </a:solidFill>
                        <a:effectLst/>
                        <a:latin typeface="Calibri" panose="020F0502020204030204" pitchFamily="34" charset="0"/>
                      </a:endParaRPr>
                    </a:p>
                  </a:txBody>
                  <a:tcPr marL="9525" marR="9525" marT="9525" marB="0" anchor="ctr">
                    <a:solidFill>
                      <a:srgbClr val="C00000"/>
                    </a:solidFill>
                  </a:tcPr>
                </a:tc>
                <a:tc>
                  <a:txBody>
                    <a:bodyPr/>
                    <a:lstStyle/>
                    <a:p>
                      <a:pPr algn="ctr" fontAlgn="ctr"/>
                      <a:r>
                        <a:rPr lang="en-US" sz="1400" u="none" strike="noStrike">
                          <a:effectLst/>
                        </a:rPr>
                        <a:t>Administrator</a:t>
                      </a:r>
                      <a:endParaRPr lang="en-US" sz="1400" b="0" i="0" u="none" strike="noStrike">
                        <a:solidFill>
                          <a:srgbClr val="333333"/>
                        </a:solidFill>
                        <a:effectLst/>
                        <a:latin typeface="Droid Sans"/>
                      </a:endParaRPr>
                    </a:p>
                  </a:txBody>
                  <a:tcPr marL="9525" marR="9525" marT="9525" marB="0" anchor="ctr"/>
                </a:tc>
                <a:tc>
                  <a:txBody>
                    <a:bodyPr/>
                    <a:lstStyle/>
                    <a:p>
                      <a:pPr algn="ctr" fontAlgn="ctr"/>
                      <a:r>
                        <a:rPr lang="en-US" sz="1400" u="none" strike="noStrike">
                          <a:effectLst/>
                        </a:rPr>
                        <a:t>Research Assistant</a:t>
                      </a:r>
                      <a:endParaRPr lang="en-US" sz="1400" b="0" i="0" u="none" strike="noStrike">
                        <a:solidFill>
                          <a:srgbClr val="333333"/>
                        </a:solidFill>
                        <a:effectLst/>
                        <a:latin typeface="Droid Sans"/>
                      </a:endParaRPr>
                    </a:p>
                  </a:txBody>
                  <a:tcPr marL="9525" marR="9525" marT="9525" marB="0" anchor="ctr"/>
                </a:tc>
                <a:tc>
                  <a:txBody>
                    <a:bodyPr/>
                    <a:lstStyle/>
                    <a:p>
                      <a:pPr algn="ctr" fontAlgn="ctr"/>
                      <a:r>
                        <a:rPr lang="en-US" sz="1400" u="none" strike="noStrike" dirty="0">
                          <a:effectLst/>
                        </a:rPr>
                        <a:t>Junior Associate</a:t>
                      </a:r>
                      <a:endParaRPr lang="en-US" sz="1400" b="0" i="0" u="none" strike="noStrike" dirty="0">
                        <a:solidFill>
                          <a:srgbClr val="333333"/>
                        </a:solidFill>
                        <a:effectLst/>
                        <a:latin typeface="Droid Sans"/>
                      </a:endParaRPr>
                    </a:p>
                  </a:txBody>
                  <a:tcPr marL="9525" marR="9525" marT="9525" marB="0" anchor="ctr"/>
                </a:tc>
                <a:tc>
                  <a:txBody>
                    <a:bodyPr/>
                    <a:lstStyle/>
                    <a:p>
                      <a:pPr algn="ctr" fontAlgn="ctr"/>
                      <a:r>
                        <a:rPr lang="en-US" sz="1400" u="none" strike="noStrike">
                          <a:effectLst/>
                        </a:rPr>
                        <a:t>Classroom Teacher</a:t>
                      </a:r>
                      <a:endParaRPr lang="en-US" sz="1400" b="0" i="0" u="none" strike="noStrike">
                        <a:solidFill>
                          <a:srgbClr val="333333"/>
                        </a:solidFill>
                        <a:effectLst/>
                        <a:latin typeface="Droid Sans"/>
                      </a:endParaRPr>
                    </a:p>
                  </a:txBody>
                  <a:tcPr marL="9525" marR="9525" marT="9525" marB="0" anchor="ctr"/>
                </a:tc>
                <a:extLst>
                  <a:ext uri="{0D108BD9-81ED-4DB2-BD59-A6C34878D82A}">
                    <a16:rowId xmlns:a16="http://schemas.microsoft.com/office/drawing/2014/main" val="523811619"/>
                  </a:ext>
                </a:extLst>
              </a:tr>
              <a:tr h="514350">
                <a:tc>
                  <a:txBody>
                    <a:bodyPr/>
                    <a:lstStyle/>
                    <a:p>
                      <a:pPr algn="ctr" fontAlgn="ctr"/>
                      <a:r>
                        <a:rPr lang="en-US" sz="1200" u="sng" strike="noStrike" dirty="0">
                          <a:solidFill>
                            <a:schemeClr val="bg1"/>
                          </a:solidFill>
                          <a:effectLst/>
                        </a:rPr>
                        <a:t>APS 5-8</a:t>
                      </a:r>
                      <a:endParaRPr lang="en-US" sz="1200" b="0" i="0" u="sng" strike="noStrike" dirty="0">
                        <a:solidFill>
                          <a:schemeClr val="bg1"/>
                        </a:solidFill>
                        <a:effectLst/>
                        <a:latin typeface="Calibri" panose="020F0502020204030204" pitchFamily="34" charset="0"/>
                      </a:endParaRPr>
                    </a:p>
                  </a:txBody>
                  <a:tcPr marL="9525" marR="9525" marT="9525" marB="0" anchor="ctr">
                    <a:solidFill>
                      <a:srgbClr val="C00000"/>
                    </a:solidFill>
                  </a:tcPr>
                </a:tc>
                <a:tc>
                  <a:txBody>
                    <a:bodyPr/>
                    <a:lstStyle/>
                    <a:p>
                      <a:pPr algn="ctr" fontAlgn="ctr"/>
                      <a:r>
                        <a:rPr lang="en-US" sz="1400" u="none" strike="noStrike">
                          <a:effectLst/>
                        </a:rPr>
                        <a:t>Senior Administrator</a:t>
                      </a:r>
                      <a:endParaRPr lang="en-US" sz="1400" b="0" i="0" u="none" strike="noStrike">
                        <a:solidFill>
                          <a:srgbClr val="333333"/>
                        </a:solidFill>
                        <a:effectLst/>
                        <a:latin typeface="Droid Sans"/>
                      </a:endParaRPr>
                    </a:p>
                  </a:txBody>
                  <a:tcPr marL="9525" marR="9525" marT="9525" marB="0" anchor="ctr"/>
                </a:tc>
                <a:tc>
                  <a:txBody>
                    <a:bodyPr/>
                    <a:lstStyle/>
                    <a:p>
                      <a:pPr algn="ctr" fontAlgn="ctr"/>
                      <a:r>
                        <a:rPr lang="en-US" sz="1400" u="none" strike="noStrike">
                          <a:effectLst/>
                        </a:rPr>
                        <a:t>PhD Candidate</a:t>
                      </a:r>
                      <a:endParaRPr lang="en-US" sz="1400" b="0" i="0" u="none" strike="noStrike">
                        <a:solidFill>
                          <a:srgbClr val="333333"/>
                        </a:solidFill>
                        <a:effectLst/>
                        <a:latin typeface="Droid Sans"/>
                      </a:endParaRPr>
                    </a:p>
                  </a:txBody>
                  <a:tcPr marL="9525" marR="9525" marT="9525" marB="0" anchor="ctr"/>
                </a:tc>
                <a:tc>
                  <a:txBody>
                    <a:bodyPr/>
                    <a:lstStyle/>
                    <a:p>
                      <a:pPr algn="ctr" fontAlgn="ctr"/>
                      <a:r>
                        <a:rPr lang="en-US" sz="1400" u="none" strike="noStrike">
                          <a:effectLst/>
                        </a:rPr>
                        <a:t>Associate</a:t>
                      </a:r>
                      <a:endParaRPr lang="en-US" sz="1400" b="0" i="0" u="none" strike="noStrike">
                        <a:solidFill>
                          <a:srgbClr val="333333"/>
                        </a:solidFill>
                        <a:effectLst/>
                        <a:latin typeface="Droid Sans"/>
                      </a:endParaRPr>
                    </a:p>
                  </a:txBody>
                  <a:tcPr marL="9525" marR="9525" marT="9525" marB="0" anchor="ctr"/>
                </a:tc>
                <a:tc>
                  <a:txBody>
                    <a:bodyPr/>
                    <a:lstStyle/>
                    <a:p>
                      <a:pPr algn="ctr" fontAlgn="ctr"/>
                      <a:r>
                        <a:rPr lang="en-US" sz="1400" u="none" strike="noStrike">
                          <a:effectLst/>
                        </a:rPr>
                        <a:t>Snr Teacher</a:t>
                      </a:r>
                      <a:endParaRPr lang="en-US" sz="1400" b="0" i="0" u="none" strike="noStrike">
                        <a:solidFill>
                          <a:srgbClr val="333333"/>
                        </a:solidFill>
                        <a:effectLst/>
                        <a:latin typeface="Droid Sans"/>
                      </a:endParaRPr>
                    </a:p>
                  </a:txBody>
                  <a:tcPr marL="9525" marR="9525" marT="9525" marB="0" anchor="ctr"/>
                </a:tc>
                <a:extLst>
                  <a:ext uri="{0D108BD9-81ED-4DB2-BD59-A6C34878D82A}">
                    <a16:rowId xmlns:a16="http://schemas.microsoft.com/office/drawing/2014/main" val="914665749"/>
                  </a:ext>
                </a:extLst>
              </a:tr>
              <a:tr h="514350">
                <a:tc>
                  <a:txBody>
                    <a:bodyPr/>
                    <a:lstStyle/>
                    <a:p>
                      <a:pPr algn="ctr" fontAlgn="ctr"/>
                      <a:r>
                        <a:rPr lang="en-US" sz="1200" u="sng" strike="noStrike" dirty="0">
                          <a:solidFill>
                            <a:schemeClr val="bg1"/>
                          </a:solidFill>
                          <a:effectLst/>
                        </a:rPr>
                        <a:t>EL1 8-10</a:t>
                      </a:r>
                      <a:endParaRPr lang="en-US" sz="1200" b="0" i="0" u="sng" strike="noStrike" dirty="0">
                        <a:solidFill>
                          <a:schemeClr val="bg1"/>
                        </a:solidFill>
                        <a:effectLst/>
                        <a:latin typeface="Calibri" panose="020F0502020204030204" pitchFamily="34" charset="0"/>
                      </a:endParaRPr>
                    </a:p>
                  </a:txBody>
                  <a:tcPr marL="9525" marR="9525" marT="9525" marB="0" anchor="ctr">
                    <a:solidFill>
                      <a:srgbClr val="C00000"/>
                    </a:solidFill>
                  </a:tcPr>
                </a:tc>
                <a:tc>
                  <a:txBody>
                    <a:bodyPr/>
                    <a:lstStyle/>
                    <a:p>
                      <a:pPr algn="ctr" fontAlgn="ctr"/>
                      <a:r>
                        <a:rPr lang="en-US" sz="1400" u="none" strike="noStrike">
                          <a:effectLst/>
                        </a:rPr>
                        <a:t>Office Manager</a:t>
                      </a:r>
                      <a:endParaRPr lang="en-US" sz="1400" b="0" i="0" u="none" strike="noStrike">
                        <a:solidFill>
                          <a:srgbClr val="333333"/>
                        </a:solidFill>
                        <a:effectLst/>
                        <a:latin typeface="Droid Sans"/>
                      </a:endParaRPr>
                    </a:p>
                  </a:txBody>
                  <a:tcPr marL="9525" marR="9525" marT="9525" marB="0" anchor="ctr"/>
                </a:tc>
                <a:tc>
                  <a:txBody>
                    <a:bodyPr/>
                    <a:lstStyle/>
                    <a:p>
                      <a:pPr algn="ctr" fontAlgn="ctr"/>
                      <a:r>
                        <a:rPr lang="en-US" sz="1400" u="none" strike="noStrike">
                          <a:effectLst/>
                        </a:rPr>
                        <a:t>Post-Doc Researcher</a:t>
                      </a:r>
                      <a:endParaRPr lang="en-US" sz="1400" b="0" i="0" u="none" strike="noStrike">
                        <a:solidFill>
                          <a:srgbClr val="333333"/>
                        </a:solidFill>
                        <a:effectLst/>
                        <a:latin typeface="Droid Sans"/>
                      </a:endParaRPr>
                    </a:p>
                  </a:txBody>
                  <a:tcPr marL="9525" marR="9525" marT="9525" marB="0" anchor="ctr"/>
                </a:tc>
                <a:tc>
                  <a:txBody>
                    <a:bodyPr/>
                    <a:lstStyle/>
                    <a:p>
                      <a:pPr algn="ctr" fontAlgn="ctr"/>
                      <a:r>
                        <a:rPr lang="en-US" sz="1400" u="none" strike="noStrike">
                          <a:effectLst/>
                        </a:rPr>
                        <a:t>Senior Associate 1-2</a:t>
                      </a:r>
                      <a:endParaRPr lang="en-US" sz="1400" b="0" i="0" u="none" strike="noStrike">
                        <a:solidFill>
                          <a:srgbClr val="333333"/>
                        </a:solidFill>
                        <a:effectLst/>
                        <a:latin typeface="Droid Sans"/>
                      </a:endParaRPr>
                    </a:p>
                  </a:txBody>
                  <a:tcPr marL="9525" marR="9525" marT="9525" marB="0" anchor="ctr"/>
                </a:tc>
                <a:tc>
                  <a:txBody>
                    <a:bodyPr/>
                    <a:lstStyle/>
                    <a:p>
                      <a:pPr algn="ctr" fontAlgn="ctr"/>
                      <a:r>
                        <a:rPr lang="en-US" sz="1400" u="none" strike="noStrike">
                          <a:effectLst/>
                        </a:rPr>
                        <a:t>Leading Teacher</a:t>
                      </a:r>
                      <a:endParaRPr lang="en-US" sz="1400" b="0" i="0" u="none" strike="noStrike">
                        <a:solidFill>
                          <a:srgbClr val="333333"/>
                        </a:solidFill>
                        <a:effectLst/>
                        <a:latin typeface="Droid Sans"/>
                      </a:endParaRPr>
                    </a:p>
                  </a:txBody>
                  <a:tcPr marL="9525" marR="9525" marT="9525" marB="0" anchor="ctr"/>
                </a:tc>
                <a:extLst>
                  <a:ext uri="{0D108BD9-81ED-4DB2-BD59-A6C34878D82A}">
                    <a16:rowId xmlns:a16="http://schemas.microsoft.com/office/drawing/2014/main" val="77387316"/>
                  </a:ext>
                </a:extLst>
              </a:tr>
              <a:tr h="514350">
                <a:tc>
                  <a:txBody>
                    <a:bodyPr/>
                    <a:lstStyle/>
                    <a:p>
                      <a:pPr algn="ctr" fontAlgn="ctr"/>
                      <a:r>
                        <a:rPr lang="en-US" sz="1200" u="sng" strike="noStrike" dirty="0">
                          <a:solidFill>
                            <a:schemeClr val="bg1"/>
                          </a:solidFill>
                          <a:effectLst/>
                        </a:rPr>
                        <a:t>EL2 10-13</a:t>
                      </a:r>
                      <a:endParaRPr lang="en-US" sz="1200" b="0" i="0" u="sng" strike="noStrike" dirty="0">
                        <a:solidFill>
                          <a:schemeClr val="bg1"/>
                        </a:solidFill>
                        <a:effectLst/>
                        <a:latin typeface="Calibri" panose="020F0502020204030204" pitchFamily="34" charset="0"/>
                      </a:endParaRPr>
                    </a:p>
                  </a:txBody>
                  <a:tcPr marL="9525" marR="9525" marT="9525" marB="0" anchor="ctr">
                    <a:solidFill>
                      <a:srgbClr val="C00000"/>
                    </a:solidFill>
                  </a:tcPr>
                </a:tc>
                <a:tc>
                  <a:txBody>
                    <a:bodyPr/>
                    <a:lstStyle/>
                    <a:p>
                      <a:pPr algn="ctr" fontAlgn="ctr"/>
                      <a:r>
                        <a:rPr lang="en-US" sz="1400" u="none" strike="noStrike">
                          <a:effectLst/>
                        </a:rPr>
                        <a:t>Director</a:t>
                      </a:r>
                      <a:endParaRPr lang="en-US" sz="1400" b="0" i="0" u="none" strike="noStrike">
                        <a:solidFill>
                          <a:srgbClr val="333333"/>
                        </a:solidFill>
                        <a:effectLst/>
                        <a:latin typeface="Droid Sans"/>
                      </a:endParaRPr>
                    </a:p>
                  </a:txBody>
                  <a:tcPr marL="9525" marR="9525" marT="9525" marB="0" anchor="ctr"/>
                </a:tc>
                <a:tc>
                  <a:txBody>
                    <a:bodyPr/>
                    <a:lstStyle/>
                    <a:p>
                      <a:pPr algn="ctr" fontAlgn="ctr"/>
                      <a:r>
                        <a:rPr lang="en-US" sz="1400" u="none" strike="noStrike">
                          <a:effectLst/>
                        </a:rPr>
                        <a:t>Senior Lecturer</a:t>
                      </a:r>
                      <a:endParaRPr lang="en-US" sz="1400" b="0" i="0" u="none" strike="noStrike">
                        <a:solidFill>
                          <a:srgbClr val="333333"/>
                        </a:solidFill>
                        <a:effectLst/>
                        <a:latin typeface="Droid Sans"/>
                      </a:endParaRPr>
                    </a:p>
                  </a:txBody>
                  <a:tcPr marL="9525" marR="9525" marT="9525" marB="0" anchor="ctr"/>
                </a:tc>
                <a:tc>
                  <a:txBody>
                    <a:bodyPr/>
                    <a:lstStyle/>
                    <a:p>
                      <a:pPr algn="ctr" fontAlgn="ctr"/>
                      <a:r>
                        <a:rPr lang="en-US" sz="1400" u="none" strike="noStrike">
                          <a:effectLst/>
                        </a:rPr>
                        <a:t>Senior Associate 3-4</a:t>
                      </a:r>
                      <a:endParaRPr lang="en-US" sz="1400" b="0" i="0" u="none" strike="noStrike">
                        <a:solidFill>
                          <a:srgbClr val="333333"/>
                        </a:solidFill>
                        <a:effectLst/>
                        <a:latin typeface="Droid Sans"/>
                      </a:endParaRPr>
                    </a:p>
                  </a:txBody>
                  <a:tcPr marL="9525" marR="9525" marT="9525" marB="0" anchor="ctr"/>
                </a:tc>
                <a:tc>
                  <a:txBody>
                    <a:bodyPr/>
                    <a:lstStyle/>
                    <a:p>
                      <a:pPr algn="ctr" fontAlgn="ctr"/>
                      <a:r>
                        <a:rPr lang="en-US" sz="1400" u="none" strike="noStrike">
                          <a:effectLst/>
                        </a:rPr>
                        <a:t>Deputy Principal</a:t>
                      </a:r>
                      <a:endParaRPr lang="en-US" sz="1400" b="0" i="0" u="none" strike="noStrike">
                        <a:solidFill>
                          <a:srgbClr val="333333"/>
                        </a:solidFill>
                        <a:effectLst/>
                        <a:latin typeface="Droid Sans"/>
                      </a:endParaRPr>
                    </a:p>
                  </a:txBody>
                  <a:tcPr marL="9525" marR="9525" marT="9525" marB="0" anchor="ctr"/>
                </a:tc>
                <a:extLst>
                  <a:ext uri="{0D108BD9-81ED-4DB2-BD59-A6C34878D82A}">
                    <a16:rowId xmlns:a16="http://schemas.microsoft.com/office/drawing/2014/main" val="3374452861"/>
                  </a:ext>
                </a:extLst>
              </a:tr>
              <a:tr h="514350">
                <a:tc>
                  <a:txBody>
                    <a:bodyPr/>
                    <a:lstStyle/>
                    <a:p>
                      <a:pPr algn="ctr" fontAlgn="ctr"/>
                      <a:r>
                        <a:rPr lang="en-US" sz="1400" u="none" strike="noStrike" dirty="0">
                          <a:solidFill>
                            <a:schemeClr val="bg1"/>
                          </a:solidFill>
                          <a:effectLst/>
                        </a:rPr>
                        <a:t>SES </a:t>
                      </a:r>
                      <a:endParaRPr lang="en-US" sz="1400" b="0" i="0" u="none" strike="noStrike" dirty="0">
                        <a:solidFill>
                          <a:schemeClr val="bg1"/>
                        </a:solidFill>
                        <a:effectLst/>
                        <a:latin typeface="Droid Sans"/>
                      </a:endParaRPr>
                    </a:p>
                  </a:txBody>
                  <a:tcPr marL="9525" marR="9525" marT="9525" marB="0" anchor="ctr">
                    <a:solidFill>
                      <a:srgbClr val="C00000"/>
                    </a:solidFill>
                  </a:tcPr>
                </a:tc>
                <a:tc>
                  <a:txBody>
                    <a:bodyPr/>
                    <a:lstStyle/>
                    <a:p>
                      <a:pPr algn="ctr" fontAlgn="ctr"/>
                      <a:r>
                        <a:rPr lang="en-US" sz="1400" u="none" strike="noStrike">
                          <a:effectLst/>
                        </a:rPr>
                        <a:t>CEO</a:t>
                      </a:r>
                      <a:endParaRPr lang="en-US" sz="1400" b="0" i="0" u="none" strike="noStrike">
                        <a:solidFill>
                          <a:srgbClr val="333333"/>
                        </a:solidFill>
                        <a:effectLst/>
                        <a:latin typeface="Droid Sans"/>
                      </a:endParaRPr>
                    </a:p>
                  </a:txBody>
                  <a:tcPr marL="9525" marR="9525" marT="9525" marB="0" anchor="ctr"/>
                </a:tc>
                <a:tc>
                  <a:txBody>
                    <a:bodyPr/>
                    <a:lstStyle/>
                    <a:p>
                      <a:pPr algn="ctr" fontAlgn="ctr"/>
                      <a:r>
                        <a:rPr lang="en-US" sz="1400" u="none" strike="noStrike">
                          <a:effectLst/>
                        </a:rPr>
                        <a:t>Dean</a:t>
                      </a:r>
                      <a:endParaRPr lang="en-US" sz="1400" b="0" i="0" u="none" strike="noStrike">
                        <a:solidFill>
                          <a:srgbClr val="333333"/>
                        </a:solidFill>
                        <a:effectLst/>
                        <a:latin typeface="Droid Sans"/>
                      </a:endParaRPr>
                    </a:p>
                  </a:txBody>
                  <a:tcPr marL="9525" marR="9525" marT="9525" marB="0" anchor="ctr"/>
                </a:tc>
                <a:tc>
                  <a:txBody>
                    <a:bodyPr/>
                    <a:lstStyle/>
                    <a:p>
                      <a:pPr algn="ctr" fontAlgn="ctr"/>
                      <a:r>
                        <a:rPr lang="en-US" sz="1400" u="none" strike="noStrike">
                          <a:effectLst/>
                        </a:rPr>
                        <a:t>Partner</a:t>
                      </a:r>
                      <a:endParaRPr lang="en-US" sz="1400" b="0" i="0" u="none" strike="noStrike">
                        <a:solidFill>
                          <a:srgbClr val="333333"/>
                        </a:solidFill>
                        <a:effectLst/>
                        <a:latin typeface="Droid Sans"/>
                      </a:endParaRPr>
                    </a:p>
                  </a:txBody>
                  <a:tcPr marL="9525" marR="9525" marT="9525" marB="0" anchor="ctr"/>
                </a:tc>
                <a:tc>
                  <a:txBody>
                    <a:bodyPr/>
                    <a:lstStyle/>
                    <a:p>
                      <a:pPr algn="ctr" fontAlgn="ctr"/>
                      <a:r>
                        <a:rPr lang="en-US" sz="1400" u="none" strike="noStrike" dirty="0">
                          <a:effectLst/>
                        </a:rPr>
                        <a:t>Principal</a:t>
                      </a:r>
                      <a:endParaRPr lang="en-US" sz="1400" b="0" i="0" u="none" strike="noStrike" dirty="0">
                        <a:solidFill>
                          <a:srgbClr val="333333"/>
                        </a:solidFill>
                        <a:effectLst/>
                        <a:latin typeface="Droid Sans"/>
                      </a:endParaRPr>
                    </a:p>
                  </a:txBody>
                  <a:tcPr marL="9525" marR="9525" marT="9525" marB="0" anchor="ctr"/>
                </a:tc>
                <a:extLst>
                  <a:ext uri="{0D108BD9-81ED-4DB2-BD59-A6C34878D82A}">
                    <a16:rowId xmlns:a16="http://schemas.microsoft.com/office/drawing/2014/main" val="4231334750"/>
                  </a:ext>
                </a:extLst>
              </a:tr>
            </a:tbl>
          </a:graphicData>
        </a:graphic>
      </p:graphicFrame>
    </p:spTree>
    <p:extLst>
      <p:ext uri="{BB962C8B-B14F-4D97-AF65-F5344CB8AC3E}">
        <p14:creationId xmlns:p14="http://schemas.microsoft.com/office/powerpoint/2010/main" val="345005595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76200"/>
            <a:ext cx="8399417" cy="1143000"/>
          </a:xfrm>
        </p:spPr>
        <p:txBody>
          <a:bodyPr/>
          <a:lstStyle/>
          <a:p>
            <a:pPr fontAlgn="base"/>
            <a:r>
              <a:rPr lang="en-US" dirty="0"/>
              <a:t>Class Project II</a:t>
            </a:r>
          </a:p>
        </p:txBody>
      </p:sp>
      <p:sp>
        <p:nvSpPr>
          <p:cNvPr id="3" name="Slide Number Placeholder 2"/>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21</a:t>
            </a:fld>
            <a:endParaRPr lang="en-US"/>
          </a:p>
        </p:txBody>
      </p:sp>
      <p:graphicFrame>
        <p:nvGraphicFramePr>
          <p:cNvPr id="11" name="Diagram 10"/>
          <p:cNvGraphicFramePr/>
          <p:nvPr>
            <p:extLst>
              <p:ext uri="{D42A27DB-BD31-4B8C-83A1-F6EECF244321}">
                <p14:modId xmlns:p14="http://schemas.microsoft.com/office/powerpoint/2010/main" val="723019563"/>
              </p:ext>
            </p:extLst>
          </p:nvPr>
        </p:nvGraphicFramePr>
        <p:xfrm>
          <a:off x="871419" y="1794163"/>
          <a:ext cx="7455163" cy="42325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7601188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theme/theme1.xml><?xml version="1.0" encoding="utf-8"?>
<a:theme xmlns:a="http://schemas.openxmlformats.org/drawingml/2006/main" name="SST-Theme3">
  <a:themeElements>
    <a:clrScheme name="Custom 1">
      <a:dk1>
        <a:srgbClr val="002060"/>
      </a:dk1>
      <a:lt1>
        <a:srgbClr val="FFFFFF"/>
      </a:lt1>
      <a:dk2>
        <a:srgbClr val="09055B"/>
      </a:dk2>
      <a:lt2>
        <a:srgbClr val="FFFFFF"/>
      </a:lt2>
      <a:accent1>
        <a:srgbClr val="002060"/>
      </a:accent1>
      <a:accent2>
        <a:srgbClr val="002060"/>
      </a:accent2>
      <a:accent3>
        <a:srgbClr val="97BAFF"/>
      </a:accent3>
      <a:accent4>
        <a:srgbClr val="D5E3FF"/>
      </a:accent4>
      <a:accent5>
        <a:srgbClr val="002060"/>
      </a:accent5>
      <a:accent6>
        <a:srgbClr val="002060"/>
      </a:accent6>
      <a:hlink>
        <a:srgbClr val="DB5353"/>
      </a:hlink>
      <a:folHlink>
        <a:srgbClr val="90363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SST-Theme3" id="{19FA4AEF-6FF8-4EA7-B305-9BE5D4ECCCA5}" vid="{A328A429-1CDE-49DF-A990-0DFEB0585E55}"/>
    </a:ext>
  </a:ext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SST-Theme3</Template>
  <TotalTime>37906</TotalTime>
  <Words>946</Words>
  <Application>Microsoft Office PowerPoint</Application>
  <PresentationFormat>On-screen Show (4:3)</PresentationFormat>
  <Paragraphs>133</Paragraphs>
  <Slides>21</Slides>
  <Notes>18</Notes>
  <HiddenSlides>0</HiddenSlides>
  <MMClips>0</MMClip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SST-Theme3</vt:lpstr>
      <vt:lpstr>Rust – Vector &amp; Tuple</vt:lpstr>
      <vt:lpstr>Rust - Vector</vt:lpstr>
      <vt:lpstr>Creating a vector in Rust:</vt:lpstr>
      <vt:lpstr>Creating a vector in Rust</vt:lpstr>
      <vt:lpstr>Accessing a vector in Rust:</vt:lpstr>
      <vt:lpstr>Using subscript operator</vt:lpstr>
      <vt:lpstr>Using get() method</vt:lpstr>
      <vt:lpstr>Iterating on the vector</vt:lpstr>
      <vt:lpstr>Updating a vector</vt:lpstr>
      <vt:lpstr>Adding two vectors</vt:lpstr>
      <vt:lpstr>Rust Tuple</vt:lpstr>
      <vt:lpstr>Initializing &amp; Accessing Elements</vt:lpstr>
      <vt:lpstr>Mutable Tuple</vt:lpstr>
      <vt:lpstr>Passing a Tuple as parameter</vt:lpstr>
      <vt:lpstr>Destructuring a Tuple</vt:lpstr>
      <vt:lpstr>Rust Slice</vt:lpstr>
      <vt:lpstr>Rust Slice</vt:lpstr>
      <vt:lpstr>Mutable Slice in Rust</vt:lpstr>
      <vt:lpstr>Class Projects</vt:lpstr>
      <vt:lpstr>Class Project I</vt:lpstr>
      <vt:lpstr>Class Project II</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Moruson</dc:creator>
  <cp:lastModifiedBy>Desmond Moru</cp:lastModifiedBy>
  <cp:revision>348</cp:revision>
  <dcterms:modified xsi:type="dcterms:W3CDTF">2025-11-17T10:18:15Z</dcterms:modified>
</cp:coreProperties>
</file>